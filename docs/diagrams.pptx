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54629"/>
    <a:srgbClr val="4094C8"/>
    <a:srgbClr val="1C4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34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37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3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27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6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30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1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0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89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83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1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9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255"/>
          <p:cNvSpPr/>
          <p:nvPr/>
        </p:nvSpPr>
        <p:spPr>
          <a:xfrm>
            <a:off x="0" y="0"/>
            <a:ext cx="71628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Primary / Driving Adapter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7153274" y="-9525"/>
            <a:ext cx="5038725" cy="68580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Secondary / Driven Adapter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Hexagone 5"/>
          <p:cNvSpPr/>
          <p:nvPr/>
        </p:nvSpPr>
        <p:spPr>
          <a:xfrm>
            <a:off x="4279611" y="1211044"/>
            <a:ext cx="5575812" cy="4262663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524" name="Rectangle 523"/>
          <p:cNvSpPr/>
          <p:nvPr/>
        </p:nvSpPr>
        <p:spPr>
          <a:xfrm>
            <a:off x="5608099" y="5963496"/>
            <a:ext cx="1528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User Interface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26" name="Rectangle 525"/>
          <p:cNvSpPr/>
          <p:nvPr/>
        </p:nvSpPr>
        <p:spPr>
          <a:xfrm>
            <a:off x="7159115" y="5963496"/>
            <a:ext cx="1500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Infrastructure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34" name="Connecteur droit 533"/>
          <p:cNvCxnSpPr/>
          <p:nvPr/>
        </p:nvCxnSpPr>
        <p:spPr>
          <a:xfrm rot="5400000">
            <a:off x="2762251" y="776062"/>
            <a:ext cx="7820025" cy="5915025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Connecteur droit 535"/>
          <p:cNvCxnSpPr/>
          <p:nvPr/>
        </p:nvCxnSpPr>
        <p:spPr>
          <a:xfrm rot="16200000" flipH="1">
            <a:off x="3243263" y="571274"/>
            <a:ext cx="7896225" cy="598170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Connecteur droit 538"/>
          <p:cNvCxnSpPr/>
          <p:nvPr/>
        </p:nvCxnSpPr>
        <p:spPr>
          <a:xfrm flipV="1">
            <a:off x="-885825" y="3300187"/>
            <a:ext cx="13077825" cy="66675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exagone 4"/>
          <p:cNvSpPr/>
          <p:nvPr/>
        </p:nvSpPr>
        <p:spPr>
          <a:xfrm>
            <a:off x="5571684" y="2151353"/>
            <a:ext cx="3049442" cy="2449099"/>
          </a:xfrm>
          <a:prstGeom prst="hexagon">
            <a:avLst/>
          </a:prstGeom>
          <a:solidFill>
            <a:srgbClr val="F54629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Hexagone 3"/>
          <p:cNvSpPr/>
          <p:nvPr/>
        </p:nvSpPr>
        <p:spPr>
          <a:xfrm>
            <a:off x="6276975" y="2701900"/>
            <a:ext cx="1733550" cy="1379336"/>
          </a:xfrm>
          <a:prstGeom prst="hexagon">
            <a:avLst/>
          </a:prstGeom>
          <a:solidFill>
            <a:schemeClr val="accent4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608628" y="3131868"/>
            <a:ext cx="1083220" cy="182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/>
              <a:t>GAM_SCREEN_LVL_1</a:t>
            </a:r>
            <a:endParaRPr lang="en-US" sz="800" dirty="0"/>
          </a:p>
        </p:txBody>
      </p:sp>
      <p:sp>
        <p:nvSpPr>
          <p:cNvPr id="30" name="Rectangle 29"/>
          <p:cNvSpPr/>
          <p:nvPr/>
        </p:nvSpPr>
        <p:spPr>
          <a:xfrm>
            <a:off x="6608628" y="3410365"/>
            <a:ext cx="1083220" cy="182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/>
              <a:t>GAM_SCREEN_MENU</a:t>
            </a:r>
            <a:endParaRPr lang="en-US" sz="800" dirty="0"/>
          </a:p>
        </p:txBody>
      </p:sp>
      <p:sp>
        <p:nvSpPr>
          <p:cNvPr id="338" name="Rectangle 337"/>
          <p:cNvSpPr/>
          <p:nvPr/>
        </p:nvSpPr>
        <p:spPr>
          <a:xfrm>
            <a:off x="6324853" y="1249762"/>
            <a:ext cx="1524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ADAPTERS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6625365" y="2114656"/>
            <a:ext cx="102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PORTS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6717373" y="2657874"/>
            <a:ext cx="878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CORE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04" name="Rectangle 503"/>
          <p:cNvSpPr/>
          <p:nvPr/>
        </p:nvSpPr>
        <p:spPr>
          <a:xfrm>
            <a:off x="6608628" y="3681609"/>
            <a:ext cx="1083220" cy="182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/>
              <a:t>GAM_CONFIG</a:t>
            </a:r>
            <a:endParaRPr lang="en-US" sz="800" dirty="0"/>
          </a:p>
        </p:txBody>
      </p:sp>
      <p:cxnSp>
        <p:nvCxnSpPr>
          <p:cNvPr id="96" name="Connecteur droit avec flèche 95"/>
          <p:cNvCxnSpPr>
            <a:stCxn id="23" idx="3"/>
            <a:endCxn id="4" idx="3"/>
          </p:cNvCxnSpPr>
          <p:nvPr/>
        </p:nvCxnSpPr>
        <p:spPr>
          <a:xfrm>
            <a:off x="5497341" y="2798329"/>
            <a:ext cx="779634" cy="593239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Connecteur droit avec flèche 131"/>
          <p:cNvCxnSpPr>
            <a:stCxn id="37" idx="2"/>
          </p:cNvCxnSpPr>
          <p:nvPr/>
        </p:nvCxnSpPr>
        <p:spPr>
          <a:xfrm>
            <a:off x="5823333" y="1999322"/>
            <a:ext cx="620712" cy="114116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Connecteur droit avec flèche 135"/>
          <p:cNvCxnSpPr>
            <a:stCxn id="16" idx="3"/>
            <a:endCxn id="4" idx="3"/>
          </p:cNvCxnSpPr>
          <p:nvPr/>
        </p:nvCxnSpPr>
        <p:spPr>
          <a:xfrm flipV="1">
            <a:off x="5450435" y="3391568"/>
            <a:ext cx="826540" cy="42147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2" name="Connecteur droit avec flèche 321"/>
          <p:cNvCxnSpPr>
            <a:stCxn id="1032" idx="2"/>
            <a:endCxn id="208" idx="1"/>
          </p:cNvCxnSpPr>
          <p:nvPr/>
        </p:nvCxnSpPr>
        <p:spPr>
          <a:xfrm>
            <a:off x="542684" y="3611916"/>
            <a:ext cx="952189" cy="32943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5" name="Connecteur droit avec flèche 324"/>
          <p:cNvCxnSpPr>
            <a:stCxn id="1032" idx="2"/>
            <a:endCxn id="220" idx="1"/>
          </p:cNvCxnSpPr>
          <p:nvPr/>
        </p:nvCxnSpPr>
        <p:spPr>
          <a:xfrm flipV="1">
            <a:off x="542684" y="804752"/>
            <a:ext cx="1733383" cy="280716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8" name="Connecteur droit avec flèche 327"/>
          <p:cNvCxnSpPr>
            <a:stCxn id="1032" idx="2"/>
            <a:endCxn id="230" idx="1"/>
          </p:cNvCxnSpPr>
          <p:nvPr/>
        </p:nvCxnSpPr>
        <p:spPr>
          <a:xfrm flipV="1">
            <a:off x="542684" y="1432605"/>
            <a:ext cx="1492785" cy="217931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1" name="Connecteur droit avec flèche 330"/>
          <p:cNvCxnSpPr>
            <a:stCxn id="1032" idx="2"/>
            <a:endCxn id="236" idx="1"/>
          </p:cNvCxnSpPr>
          <p:nvPr/>
        </p:nvCxnSpPr>
        <p:spPr>
          <a:xfrm flipV="1">
            <a:off x="542684" y="2933222"/>
            <a:ext cx="935940" cy="6786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4" name="Connecteur droit avec flèche 333"/>
          <p:cNvCxnSpPr>
            <a:stCxn id="1032" idx="2"/>
            <a:endCxn id="207" idx="1"/>
          </p:cNvCxnSpPr>
          <p:nvPr/>
        </p:nvCxnSpPr>
        <p:spPr>
          <a:xfrm flipV="1">
            <a:off x="542684" y="2306343"/>
            <a:ext cx="1119466" cy="130557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32" name="Picture 8" descr="User - Avatar &amp; Emoticons Ic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921" y="2840391"/>
            <a:ext cx="771525" cy="771525"/>
          </a:xfrm>
          <a:prstGeom prst="rect">
            <a:avLst/>
          </a:prstGeom>
          <a:noFill/>
        </p:spPr>
      </p:pic>
      <p:sp>
        <p:nvSpPr>
          <p:cNvPr id="115" name="Rectangle 114"/>
          <p:cNvSpPr/>
          <p:nvPr/>
        </p:nvSpPr>
        <p:spPr>
          <a:xfrm>
            <a:off x="4719923" y="6259294"/>
            <a:ext cx="47684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200" b="1" dirty="0" smtClean="0">
                <a:ln w="3175" cmpd="sng">
                  <a:solidFill>
                    <a:schemeClr val="tx1"/>
                  </a:solidFill>
                  <a:prstDash val="solid"/>
                  <a:miter lim="800000"/>
                </a:ln>
                <a:latin typeface="Arial" pitchFamily="34" charset="0"/>
                <a:cs typeface="Arial" pitchFamily="34" charset="0"/>
              </a:rPr>
              <a:t>Hexagonal Architecture</a:t>
            </a:r>
            <a:endParaRPr lang="en-US" sz="3200" b="1" dirty="0">
              <a:ln w="3175" cmpd="sng">
                <a:solidFill>
                  <a:schemeClr val="tx1"/>
                </a:solidFill>
                <a:prstDash val="solid"/>
                <a:miter lim="800000"/>
              </a:ln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Rounded Rectangle 207"/>
          <p:cNvSpPr/>
          <p:nvPr/>
        </p:nvSpPr>
        <p:spPr>
          <a:xfrm>
            <a:off x="1494873" y="3660831"/>
            <a:ext cx="2286000" cy="56103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ANDROID</a:t>
            </a:r>
            <a:endParaRPr lang="en-US" sz="2400" b="1" dirty="0"/>
          </a:p>
        </p:txBody>
      </p:sp>
      <p:sp>
        <p:nvSpPr>
          <p:cNvPr id="220" name="Rounded Rectangle 219"/>
          <p:cNvSpPr/>
          <p:nvPr/>
        </p:nvSpPr>
        <p:spPr>
          <a:xfrm>
            <a:off x="2276067" y="524895"/>
            <a:ext cx="2286000" cy="55971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UNITY 6</a:t>
            </a:r>
            <a:endParaRPr lang="en-US" sz="2400" b="1" dirty="0"/>
          </a:p>
        </p:txBody>
      </p:sp>
      <p:sp>
        <p:nvSpPr>
          <p:cNvPr id="230" name="Rounded Rectangle 229"/>
          <p:cNvSpPr/>
          <p:nvPr/>
        </p:nvSpPr>
        <p:spPr>
          <a:xfrm>
            <a:off x="2035469" y="1158285"/>
            <a:ext cx="2286000" cy="54864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GODOT 4</a:t>
            </a:r>
            <a:endParaRPr lang="en-US" sz="2400" b="1" dirty="0"/>
          </a:p>
        </p:txBody>
      </p:sp>
      <p:sp>
        <p:nvSpPr>
          <p:cNvPr id="236" name="Rounded Rectangle 235"/>
          <p:cNvSpPr/>
          <p:nvPr/>
        </p:nvSpPr>
        <p:spPr>
          <a:xfrm>
            <a:off x="1478624" y="2658902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SDL 3</a:t>
            </a:r>
            <a:endParaRPr lang="en-US" sz="2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465" y="2664482"/>
            <a:ext cx="540131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4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3316" y="1166702"/>
            <a:ext cx="532840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4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17829" y="530452"/>
            <a:ext cx="546918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248" name="Connecteur droit avec flèche 327"/>
          <p:cNvCxnSpPr>
            <a:stCxn id="230" idx="3"/>
            <a:endCxn id="37" idx="1"/>
          </p:cNvCxnSpPr>
          <p:nvPr/>
        </p:nvCxnSpPr>
        <p:spPr>
          <a:xfrm>
            <a:off x="4321469" y="1432605"/>
            <a:ext cx="1181824" cy="2472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2" name="Connecteur droit avec flèche 327"/>
          <p:cNvCxnSpPr>
            <a:stCxn id="220" idx="3"/>
            <a:endCxn id="37" idx="1"/>
          </p:cNvCxnSpPr>
          <p:nvPr/>
        </p:nvCxnSpPr>
        <p:spPr>
          <a:xfrm>
            <a:off x="4562067" y="804752"/>
            <a:ext cx="941226" cy="8751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Connecteur droit avec flèche 327"/>
          <p:cNvCxnSpPr>
            <a:stCxn id="207" idx="3"/>
            <a:endCxn id="23" idx="1"/>
          </p:cNvCxnSpPr>
          <p:nvPr/>
        </p:nvCxnSpPr>
        <p:spPr>
          <a:xfrm>
            <a:off x="3948150" y="2306343"/>
            <a:ext cx="909111" cy="49198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4" name="Connecteur droit avec flèche 327"/>
          <p:cNvCxnSpPr>
            <a:stCxn id="236" idx="3"/>
            <a:endCxn id="23" idx="1"/>
          </p:cNvCxnSpPr>
          <p:nvPr/>
        </p:nvCxnSpPr>
        <p:spPr>
          <a:xfrm flipV="1">
            <a:off x="3764624" y="2798329"/>
            <a:ext cx="1092637" cy="13489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Connecteur droit avec flèche 327"/>
          <p:cNvCxnSpPr>
            <a:stCxn id="208" idx="3"/>
            <a:endCxn id="16" idx="1"/>
          </p:cNvCxnSpPr>
          <p:nvPr/>
        </p:nvCxnSpPr>
        <p:spPr>
          <a:xfrm flipV="1">
            <a:off x="3780873" y="3813045"/>
            <a:ext cx="1072359" cy="12830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562" y="3669220"/>
            <a:ext cx="545723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232" y="3493005"/>
            <a:ext cx="597203" cy="640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1383" y="4669927"/>
            <a:ext cx="640080" cy="6413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261" y="2479410"/>
            <a:ext cx="640080" cy="6378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3293" y="1360381"/>
            <a:ext cx="640080" cy="6389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71" name="Rounded Rectangle 170"/>
          <p:cNvSpPr/>
          <p:nvPr/>
        </p:nvSpPr>
        <p:spPr>
          <a:xfrm>
            <a:off x="1873100" y="5062685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ANGULAR</a:t>
            </a:r>
          </a:p>
        </p:txBody>
      </p:sp>
      <p:cxnSp>
        <p:nvCxnSpPr>
          <p:cNvPr id="176" name="Connecteur droit avec flèche 327"/>
          <p:cNvCxnSpPr>
            <a:stCxn id="171" idx="3"/>
            <a:endCxn id="22" idx="1"/>
          </p:cNvCxnSpPr>
          <p:nvPr/>
        </p:nvCxnSpPr>
        <p:spPr>
          <a:xfrm flipV="1">
            <a:off x="4159100" y="4990593"/>
            <a:ext cx="1272283" cy="34641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Connecteur droit avec flèche 327"/>
          <p:cNvCxnSpPr>
            <a:stCxn id="174" idx="3"/>
            <a:endCxn id="22" idx="1"/>
          </p:cNvCxnSpPr>
          <p:nvPr/>
        </p:nvCxnSpPr>
        <p:spPr>
          <a:xfrm flipV="1">
            <a:off x="4418682" y="4990593"/>
            <a:ext cx="1012701" cy="99438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Connecteur droit avec flèche 95"/>
          <p:cNvCxnSpPr>
            <a:stCxn id="22" idx="0"/>
          </p:cNvCxnSpPr>
          <p:nvPr/>
        </p:nvCxnSpPr>
        <p:spPr>
          <a:xfrm flipV="1">
            <a:off x="5751423" y="3799244"/>
            <a:ext cx="692622" cy="87068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1662150" y="2032023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RAYLIB 5</a:t>
            </a:r>
          </a:p>
        </p:txBody>
      </p:sp>
      <p:pic>
        <p:nvPicPr>
          <p:cNvPr id="203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416990" y="2034827"/>
            <a:ext cx="537210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17" name="Rounded Rectangle 316"/>
          <p:cNvSpPr/>
          <p:nvPr/>
        </p:nvSpPr>
        <p:spPr>
          <a:xfrm>
            <a:off x="1690391" y="4298480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IOS</a:t>
            </a:r>
          </a:p>
        </p:txBody>
      </p:sp>
      <p:cxnSp>
        <p:nvCxnSpPr>
          <p:cNvPr id="350" name="Connecteur droit avec flèche 321"/>
          <p:cNvCxnSpPr>
            <a:stCxn id="1032" idx="2"/>
            <a:endCxn id="317" idx="1"/>
          </p:cNvCxnSpPr>
          <p:nvPr/>
        </p:nvCxnSpPr>
        <p:spPr>
          <a:xfrm>
            <a:off x="542684" y="3611916"/>
            <a:ext cx="1147707" cy="96088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3" name="Connecteur droit avec flèche 321"/>
          <p:cNvCxnSpPr>
            <a:stCxn id="1032" idx="2"/>
            <a:endCxn id="171" idx="1"/>
          </p:cNvCxnSpPr>
          <p:nvPr/>
        </p:nvCxnSpPr>
        <p:spPr>
          <a:xfrm>
            <a:off x="542684" y="3611916"/>
            <a:ext cx="1330416" cy="172508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6" name="Connecteur droit avec flèche 321"/>
          <p:cNvCxnSpPr>
            <a:stCxn id="1032" idx="2"/>
            <a:endCxn id="174" idx="1"/>
          </p:cNvCxnSpPr>
          <p:nvPr/>
        </p:nvCxnSpPr>
        <p:spPr>
          <a:xfrm>
            <a:off x="542684" y="3611916"/>
            <a:ext cx="1589998" cy="237305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Rounded Rectangle 173"/>
          <p:cNvSpPr/>
          <p:nvPr/>
        </p:nvSpPr>
        <p:spPr>
          <a:xfrm>
            <a:off x="2132682" y="5710654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REACT JS</a:t>
            </a:r>
            <a:endParaRPr lang="en-US" sz="2400" b="1" dirty="0"/>
          </a:p>
        </p:txBody>
      </p:sp>
      <p:sp>
        <p:nvSpPr>
          <p:cNvPr id="420" name="Hexagone 276"/>
          <p:cNvSpPr/>
          <p:nvPr/>
        </p:nvSpPr>
        <p:spPr>
          <a:xfrm>
            <a:off x="10256569" y="3653329"/>
            <a:ext cx="1280160" cy="1010719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/>
              <a:t>CONFIG</a:t>
            </a:r>
            <a:endParaRPr lang="en-US" b="1" dirty="0"/>
          </a:p>
        </p:txBody>
      </p:sp>
      <p:pic>
        <p:nvPicPr>
          <p:cNvPr id="421" name="Picture 4" descr="File - Free files and folders icons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724213" y="4193324"/>
            <a:ext cx="393678" cy="393678"/>
          </a:xfrm>
          <a:prstGeom prst="rect">
            <a:avLst/>
          </a:prstGeom>
          <a:noFill/>
        </p:spPr>
      </p:pic>
      <p:pic>
        <p:nvPicPr>
          <p:cNvPr id="260" name="Picture 25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9070" y="5714240"/>
            <a:ext cx="617194" cy="545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62" name="Picture 26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6110" y="5063553"/>
            <a:ext cx="560130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63" name="Picture 26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8516" y="4309001"/>
            <a:ext cx="534998" cy="5381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76" name="Hexagone 276"/>
          <p:cNvSpPr/>
          <p:nvPr/>
        </p:nvSpPr>
        <p:spPr>
          <a:xfrm>
            <a:off x="9747792" y="4809254"/>
            <a:ext cx="1280160" cy="995334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/>
              <a:t>SAVE</a:t>
            </a:r>
            <a:endParaRPr lang="en-US" b="1" dirty="0"/>
          </a:p>
        </p:txBody>
      </p:sp>
      <p:pic>
        <p:nvPicPr>
          <p:cNvPr id="577" name="Picture 4" descr="File - Free files and folders icons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215436" y="5333863"/>
            <a:ext cx="393678" cy="393678"/>
          </a:xfrm>
          <a:prstGeom prst="rect">
            <a:avLst/>
          </a:prstGeom>
          <a:noFill/>
        </p:spPr>
      </p:pic>
      <p:cxnSp>
        <p:nvCxnSpPr>
          <p:cNvPr id="578" name="Connecteur droit avec flèche 407"/>
          <p:cNvCxnSpPr>
            <a:stCxn id="89" idx="3"/>
            <a:endCxn id="577" idx="1"/>
          </p:cNvCxnSpPr>
          <p:nvPr/>
        </p:nvCxnSpPr>
        <p:spPr>
          <a:xfrm>
            <a:off x="9136377" y="4224470"/>
            <a:ext cx="1079059" cy="13062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8" name="Connecteur droit avec flèche 407"/>
          <p:cNvCxnSpPr>
            <a:stCxn id="89" idx="3"/>
            <a:endCxn id="421" idx="1"/>
          </p:cNvCxnSpPr>
          <p:nvPr/>
        </p:nvCxnSpPr>
        <p:spPr>
          <a:xfrm>
            <a:off x="9136377" y="4224470"/>
            <a:ext cx="1587836" cy="16569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9" name="Hexagone 276"/>
          <p:cNvSpPr/>
          <p:nvPr/>
        </p:nvSpPr>
        <p:spPr>
          <a:xfrm>
            <a:off x="9308020" y="742482"/>
            <a:ext cx="2791103" cy="1893851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/>
          </a:p>
        </p:txBody>
      </p:sp>
      <p:sp>
        <p:nvSpPr>
          <p:cNvPr id="359" name="Hexagone 276"/>
          <p:cNvSpPr/>
          <p:nvPr/>
        </p:nvSpPr>
        <p:spPr>
          <a:xfrm>
            <a:off x="9499676" y="1149925"/>
            <a:ext cx="1257410" cy="917367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/>
              <a:t>DESKTOP</a:t>
            </a:r>
            <a:endParaRPr lang="en-US" b="1" dirty="0"/>
          </a:p>
        </p:txBody>
      </p:sp>
      <p:pic>
        <p:nvPicPr>
          <p:cNvPr id="363" name="Picture 4" descr="File - Free files and folders icons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9951467" y="1577576"/>
            <a:ext cx="393678" cy="393678"/>
          </a:xfrm>
          <a:prstGeom prst="rect">
            <a:avLst/>
          </a:prstGeom>
          <a:noFill/>
        </p:spPr>
      </p:pic>
      <p:sp>
        <p:nvSpPr>
          <p:cNvPr id="365" name="Hexagone 276"/>
          <p:cNvSpPr/>
          <p:nvPr/>
        </p:nvSpPr>
        <p:spPr>
          <a:xfrm>
            <a:off x="10645230" y="1583759"/>
            <a:ext cx="1129766" cy="904936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/>
              <a:t>MOBILE</a:t>
            </a:r>
            <a:endParaRPr lang="en-US" b="1" dirty="0"/>
          </a:p>
        </p:txBody>
      </p:sp>
      <p:pic>
        <p:nvPicPr>
          <p:cNvPr id="366" name="Picture 4" descr="File - Free files and folders icons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017312" y="2039082"/>
            <a:ext cx="393678" cy="393678"/>
          </a:xfrm>
          <a:prstGeom prst="rect">
            <a:avLst/>
          </a:prstGeom>
          <a:noFill/>
        </p:spPr>
      </p:pic>
      <p:cxnSp>
        <p:nvCxnSpPr>
          <p:cNvPr id="369" name="Connecteur droit avec flèche 363"/>
          <p:cNvCxnSpPr>
            <a:stCxn id="11" idx="3"/>
            <a:endCxn id="366" idx="1"/>
          </p:cNvCxnSpPr>
          <p:nvPr/>
        </p:nvCxnSpPr>
        <p:spPr>
          <a:xfrm flipV="1">
            <a:off x="9111878" y="2235921"/>
            <a:ext cx="1905434" cy="27588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7" name="Connecteur droit avec flèche 363"/>
          <p:cNvCxnSpPr>
            <a:stCxn id="11" idx="3"/>
            <a:endCxn id="363" idx="1"/>
          </p:cNvCxnSpPr>
          <p:nvPr/>
        </p:nvCxnSpPr>
        <p:spPr>
          <a:xfrm flipV="1">
            <a:off x="9111878" y="1774415"/>
            <a:ext cx="839589" cy="73739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0233592" y="742483"/>
            <a:ext cx="1109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ASSETS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71798" y="2191766"/>
            <a:ext cx="640080" cy="6400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smtClean="0"/>
              <a:t>ASSETS</a:t>
            </a:r>
            <a:endParaRPr lang="en-US" sz="1000" b="1" dirty="0"/>
          </a:p>
        </p:txBody>
      </p:sp>
      <p:cxnSp>
        <p:nvCxnSpPr>
          <p:cNvPr id="81" name="Connecteur droit avec flèche 363"/>
          <p:cNvCxnSpPr>
            <a:endCxn id="11" idx="1"/>
          </p:cNvCxnSpPr>
          <p:nvPr/>
        </p:nvCxnSpPr>
        <p:spPr>
          <a:xfrm flipV="1">
            <a:off x="7844864" y="2511806"/>
            <a:ext cx="626934" cy="53366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8496297" y="3904430"/>
            <a:ext cx="640080" cy="6400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smtClean="0"/>
              <a:t>FILES</a:t>
            </a:r>
            <a:endParaRPr lang="en-US" sz="1000" b="1" dirty="0"/>
          </a:p>
        </p:txBody>
      </p:sp>
      <p:cxnSp>
        <p:nvCxnSpPr>
          <p:cNvPr id="92" name="Connecteur droit avec flèche 363"/>
          <p:cNvCxnSpPr>
            <a:endCxn id="89" idx="1"/>
          </p:cNvCxnSpPr>
          <p:nvPr/>
        </p:nvCxnSpPr>
        <p:spPr>
          <a:xfrm>
            <a:off x="7868091" y="3733827"/>
            <a:ext cx="628206" cy="49064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Straight Connector 28"/>
          <p:cNvCxnSpPr/>
          <p:nvPr/>
        </p:nvCxnSpPr>
        <p:spPr>
          <a:xfrm rot="5400000" flipH="1" flipV="1">
            <a:off x="4171186" y="4243038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39"/>
          <p:cNvCxnSpPr/>
          <p:nvPr/>
        </p:nvCxnSpPr>
        <p:spPr>
          <a:xfrm rot="16200000" flipV="1">
            <a:off x="5755323" y="4247470"/>
            <a:ext cx="371040" cy="1096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28"/>
          <p:cNvCxnSpPr/>
          <p:nvPr/>
        </p:nvCxnSpPr>
        <p:spPr>
          <a:xfrm rot="5400000" flipH="1" flipV="1">
            <a:off x="9126247" y="4296583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28"/>
          <p:cNvCxnSpPr/>
          <p:nvPr/>
        </p:nvCxnSpPr>
        <p:spPr>
          <a:xfrm rot="5400000" flipH="1" flipV="1">
            <a:off x="2420644" y="4296584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28"/>
          <p:cNvCxnSpPr/>
          <p:nvPr/>
        </p:nvCxnSpPr>
        <p:spPr>
          <a:xfrm rot="5400000" flipH="1" flipV="1">
            <a:off x="10847955" y="4263633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28"/>
          <p:cNvCxnSpPr/>
          <p:nvPr/>
        </p:nvCxnSpPr>
        <p:spPr>
          <a:xfrm rot="5400000" flipH="1" flipV="1">
            <a:off x="7462201" y="4280107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22497" y="1578923"/>
            <a:ext cx="11247120" cy="11972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/platform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2497" y="487637"/>
            <a:ext cx="11247120" cy="10972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/standalone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096" y="5182342"/>
            <a:ext cx="11242281" cy="93702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mtClean="0">
                <a:solidFill>
                  <a:schemeClr val="bg1">
                    <a:lumMod val="65000"/>
                  </a:schemeClr>
                </a:solidFill>
              </a:rPr>
              <a:t>(editors)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3775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multiengine-unreal.exe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1779373" y="1762314"/>
            <a:ext cx="9728886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MYGAME_</a:t>
            </a:r>
            <a:br>
              <a:rPr lang="en-US" sz="1400" dirty="0" smtClean="0"/>
            </a:br>
            <a:r>
              <a:rPr lang="en-US" sz="1400" dirty="0" smtClean="0"/>
              <a:t>*.cpp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403654" y="2775436"/>
            <a:ext cx="11265964" cy="9563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/lib/**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58347" y="6160653"/>
            <a:ext cx="5286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Components Diagram</a:t>
            </a:r>
            <a:endParaRPr lang="en-US" b="1" dirty="0"/>
          </a:p>
        </p:txBody>
      </p:sp>
      <p:cxnSp>
        <p:nvCxnSpPr>
          <p:cNvPr id="29" name="Straight Connector 28"/>
          <p:cNvCxnSpPr/>
          <p:nvPr/>
        </p:nvCxnSpPr>
        <p:spPr>
          <a:xfrm rot="5400000" flipH="1" flipV="1">
            <a:off x="3606894" y="1534848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51" idx="0"/>
            <a:endCxn id="52" idx="2"/>
          </p:cNvCxnSpPr>
          <p:nvPr/>
        </p:nvCxnSpPr>
        <p:spPr>
          <a:xfrm rot="16200000" flipV="1">
            <a:off x="10035931" y="2154934"/>
            <a:ext cx="1582384" cy="38179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22497" y="3737357"/>
            <a:ext cx="11247120" cy="114974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/assets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5618" y="6203003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420627" y="646263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81888" y="6074745"/>
            <a:ext cx="431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smtClean="0"/>
              <a:t>: source</a:t>
            </a:r>
          </a:p>
          <a:p>
            <a:pPr>
              <a:lnSpc>
                <a:spcPct val="150000"/>
              </a:lnSpc>
            </a:pPr>
            <a:r>
              <a:rPr lang="en-US" sz="1200" dirty="0" smtClean="0"/>
              <a:t>: build	           : runtime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1695798" y="6458713"/>
            <a:ext cx="182880" cy="18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/>
          <p:cNvCxnSpPr/>
          <p:nvPr/>
        </p:nvCxnSpPr>
        <p:spPr>
          <a:xfrm rot="16200000" flipV="1">
            <a:off x="5298125" y="1539280"/>
            <a:ext cx="371040" cy="1096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459467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multiengine-unity.exe</a:t>
            </a:r>
            <a:endParaRPr lang="en-US" sz="1600" dirty="0"/>
          </a:p>
        </p:txBody>
      </p:sp>
      <p:sp>
        <p:nvSpPr>
          <p:cNvPr id="43" name="Rectangle 42"/>
          <p:cNvSpPr/>
          <p:nvPr/>
        </p:nvSpPr>
        <p:spPr>
          <a:xfrm>
            <a:off x="8456543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multiengine-raylib.exe</a:t>
            </a:r>
            <a:endParaRPr lang="en-US" sz="1600" dirty="0"/>
          </a:p>
        </p:txBody>
      </p:sp>
      <p:sp>
        <p:nvSpPr>
          <p:cNvPr id="44" name="Rectangle 43"/>
          <p:cNvSpPr/>
          <p:nvPr/>
        </p:nvSpPr>
        <p:spPr>
          <a:xfrm>
            <a:off x="5125159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multiengine-godot.exe</a:t>
            </a:r>
            <a:endParaRPr lang="en-US" sz="1600" dirty="0"/>
          </a:p>
        </p:txBody>
      </p:sp>
      <p:sp>
        <p:nvSpPr>
          <p:cNvPr id="46" name="Rectangle 45"/>
          <p:cNvSpPr/>
          <p:nvPr/>
        </p:nvSpPr>
        <p:spPr>
          <a:xfrm>
            <a:off x="6790851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multiengine-defold.exe</a:t>
            </a:r>
            <a:endParaRPr lang="en-US" sz="1600" dirty="0"/>
          </a:p>
        </p:txBody>
      </p:sp>
      <p:sp>
        <p:nvSpPr>
          <p:cNvPr id="52" name="Rectangle 51"/>
          <p:cNvSpPr/>
          <p:nvPr/>
        </p:nvSpPr>
        <p:spPr>
          <a:xfrm>
            <a:off x="10122233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multiengine-theforge.exe</a:t>
            </a:r>
            <a:endParaRPr lang="en-US" sz="1600" dirty="0"/>
          </a:p>
        </p:txBody>
      </p:sp>
      <p:cxnSp>
        <p:nvCxnSpPr>
          <p:cNvPr id="60" name="Straight Connector 29"/>
          <p:cNvCxnSpPr>
            <a:stCxn id="17" idx="0"/>
            <a:endCxn id="43" idx="2"/>
          </p:cNvCxnSpPr>
          <p:nvPr/>
        </p:nvCxnSpPr>
        <p:spPr>
          <a:xfrm rot="16200000" flipV="1">
            <a:off x="8370504" y="2154671"/>
            <a:ext cx="1578268" cy="34589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29"/>
          <p:cNvCxnSpPr>
            <a:stCxn id="50" idx="0"/>
            <a:endCxn id="46" idx="2"/>
          </p:cNvCxnSpPr>
          <p:nvPr/>
        </p:nvCxnSpPr>
        <p:spPr>
          <a:xfrm rot="16200000" flipV="1">
            <a:off x="5495006" y="3364477"/>
            <a:ext cx="3974130" cy="10840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4" name="Straight Connector 29"/>
          <p:cNvCxnSpPr>
            <a:stCxn id="49" idx="0"/>
            <a:endCxn id="44" idx="2"/>
          </p:cNvCxnSpPr>
          <p:nvPr/>
        </p:nvCxnSpPr>
        <p:spPr>
          <a:xfrm rot="5400000" flipH="1" flipV="1">
            <a:off x="3819842" y="3365845"/>
            <a:ext cx="3974130" cy="8104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Straight Connector 29"/>
          <p:cNvCxnSpPr>
            <a:stCxn id="48" idx="0"/>
            <a:endCxn id="31" idx="2"/>
          </p:cNvCxnSpPr>
          <p:nvPr/>
        </p:nvCxnSpPr>
        <p:spPr>
          <a:xfrm rot="5400000" flipH="1" flipV="1">
            <a:off x="2136439" y="3348135"/>
            <a:ext cx="3974130" cy="43525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Connector 29"/>
          <p:cNvCxnSpPr>
            <a:stCxn id="47" idx="0"/>
            <a:endCxn id="7" idx="2"/>
          </p:cNvCxnSpPr>
          <p:nvPr/>
        </p:nvCxnSpPr>
        <p:spPr>
          <a:xfrm rot="5400000" flipH="1" flipV="1">
            <a:off x="477751" y="3355138"/>
            <a:ext cx="3974130" cy="29518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3" name="Straight Connector 28"/>
          <p:cNvCxnSpPr/>
          <p:nvPr/>
        </p:nvCxnSpPr>
        <p:spPr>
          <a:xfrm rot="5400000" flipH="1" flipV="1">
            <a:off x="8561955" y="1588393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28"/>
          <p:cNvCxnSpPr/>
          <p:nvPr/>
        </p:nvCxnSpPr>
        <p:spPr>
          <a:xfrm rot="5400000" flipH="1" flipV="1">
            <a:off x="1856352" y="1588394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28"/>
          <p:cNvCxnSpPr/>
          <p:nvPr/>
        </p:nvCxnSpPr>
        <p:spPr>
          <a:xfrm rot="5400000" flipH="1" flipV="1">
            <a:off x="10283663" y="1555443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28"/>
          <p:cNvCxnSpPr/>
          <p:nvPr/>
        </p:nvCxnSpPr>
        <p:spPr>
          <a:xfrm rot="5400000" flipH="1" flipV="1">
            <a:off x="6996765" y="1571917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840241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1" name="Rectangle 90"/>
          <p:cNvSpPr/>
          <p:nvPr/>
        </p:nvSpPr>
        <p:spPr>
          <a:xfrm>
            <a:off x="3506756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2" name="Rectangle 91"/>
          <p:cNvSpPr/>
          <p:nvPr/>
        </p:nvSpPr>
        <p:spPr>
          <a:xfrm>
            <a:off x="5173271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3" name="Rectangle 92"/>
          <p:cNvSpPr/>
          <p:nvPr/>
        </p:nvSpPr>
        <p:spPr>
          <a:xfrm>
            <a:off x="6839786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4" name="Rectangle 93"/>
          <p:cNvSpPr/>
          <p:nvPr/>
        </p:nvSpPr>
        <p:spPr>
          <a:xfrm>
            <a:off x="8506301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5" name="Rectangle 94"/>
          <p:cNvSpPr/>
          <p:nvPr/>
        </p:nvSpPr>
        <p:spPr>
          <a:xfrm>
            <a:off x="10172814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6" name="Rectangle 95"/>
          <p:cNvSpPr/>
          <p:nvPr/>
        </p:nvSpPr>
        <p:spPr>
          <a:xfrm>
            <a:off x="1860835" y="4449617"/>
            <a:ext cx="9680376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model.blend</a:t>
            </a:r>
            <a:endParaRPr lang="en-US" sz="1100" dirty="0"/>
          </a:p>
        </p:txBody>
      </p:sp>
      <p:grpSp>
        <p:nvGrpSpPr>
          <p:cNvPr id="77" name="Groupe 76"/>
          <p:cNvGrpSpPr/>
          <p:nvPr/>
        </p:nvGrpSpPr>
        <p:grpSpPr>
          <a:xfrm>
            <a:off x="2887362" y="1392196"/>
            <a:ext cx="8287272" cy="2506704"/>
            <a:chOff x="2887362" y="1392196"/>
            <a:chExt cx="8287272" cy="3661718"/>
          </a:xfrm>
        </p:grpSpPr>
        <p:cxnSp>
          <p:nvCxnSpPr>
            <p:cNvPr id="97" name="Straight Connector 29"/>
            <p:cNvCxnSpPr/>
            <p:nvPr/>
          </p:nvCxnSpPr>
          <p:spPr>
            <a:xfrm rot="16200000" flipV="1">
              <a:off x="2607278" y="3208637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Straight Connector 29"/>
            <p:cNvCxnSpPr/>
            <p:nvPr/>
          </p:nvCxnSpPr>
          <p:spPr>
            <a:xfrm rot="16200000" flipV="1">
              <a:off x="1070921" y="3212756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1" name="Straight Connector 29"/>
            <p:cNvCxnSpPr/>
            <p:nvPr/>
          </p:nvCxnSpPr>
          <p:spPr>
            <a:xfrm rot="16200000" flipV="1">
              <a:off x="4366056" y="3229232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Straight Connector 29"/>
            <p:cNvCxnSpPr/>
            <p:nvPr/>
          </p:nvCxnSpPr>
          <p:spPr>
            <a:xfrm rot="16200000" flipV="1">
              <a:off x="6021862" y="3220994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" name="Straight Connector 29"/>
            <p:cNvCxnSpPr/>
            <p:nvPr/>
          </p:nvCxnSpPr>
          <p:spPr>
            <a:xfrm rot="16200000" flipV="1">
              <a:off x="7710620" y="3212757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4" name="Straight Connector 29"/>
            <p:cNvCxnSpPr/>
            <p:nvPr/>
          </p:nvCxnSpPr>
          <p:spPr>
            <a:xfrm rot="16200000" flipV="1">
              <a:off x="9349951" y="3220995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8" name="Rectangle 47"/>
          <p:cNvSpPr/>
          <p:nvPr/>
        </p:nvSpPr>
        <p:spPr>
          <a:xfrm>
            <a:off x="3415942" y="5356962"/>
            <a:ext cx="1371600" cy="5866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b="1" dirty="0" smtClean="0"/>
              <a:t>Unity 6</a:t>
            </a:r>
            <a:endParaRPr lang="en-US" sz="14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88552" y="5430620"/>
            <a:ext cx="401327" cy="45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" name="Rectangle 46"/>
          <p:cNvSpPr/>
          <p:nvPr/>
        </p:nvSpPr>
        <p:spPr>
          <a:xfrm>
            <a:off x="1764257" y="5356962"/>
            <a:ext cx="1371600" cy="5866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dirty="0" smtClean="0"/>
              <a:t>Unreal 5</a:t>
            </a:r>
            <a:endParaRPr lang="en-US" sz="1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63382" y="5433223"/>
            <a:ext cx="455518" cy="425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Rectangle 48"/>
          <p:cNvSpPr/>
          <p:nvPr/>
        </p:nvSpPr>
        <p:spPr>
          <a:xfrm>
            <a:off x="5117055" y="5356962"/>
            <a:ext cx="1371600" cy="586637"/>
          </a:xfrm>
          <a:prstGeom prst="rect">
            <a:avLst/>
          </a:prstGeom>
          <a:solidFill>
            <a:srgbClr val="4094C8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Godot 4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8491132" y="2961100"/>
            <a:ext cx="137160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raylib.dll </a:t>
            </a:r>
            <a:endParaRPr lang="en-US" sz="1400" dirty="0"/>
          </a:p>
        </p:txBody>
      </p:sp>
      <p:sp>
        <p:nvSpPr>
          <p:cNvPr id="50" name="Rectangle 49"/>
          <p:cNvSpPr/>
          <p:nvPr/>
        </p:nvSpPr>
        <p:spPr>
          <a:xfrm>
            <a:off x="6801691" y="5356962"/>
            <a:ext cx="1371600" cy="5866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Defold</a:t>
            </a:r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10160412" y="2965216"/>
            <a:ext cx="1371600" cy="5486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forge.dll</a:t>
            </a:r>
            <a:endParaRPr lang="en-US" sz="14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96617" y="5395509"/>
            <a:ext cx="470329" cy="48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7828" y="5420477"/>
            <a:ext cx="530825" cy="469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583569" y="3031049"/>
            <a:ext cx="395707" cy="404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240534" y="3047139"/>
            <a:ext cx="476893" cy="404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2162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88</Words>
  <Application>Microsoft Office PowerPoint</Application>
  <PresentationFormat>Widescreen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damien</dc:creator>
  <cp:lastModifiedBy>damien</cp:lastModifiedBy>
  <cp:revision>127</cp:revision>
  <dcterms:created xsi:type="dcterms:W3CDTF">2024-02-15T14:03:04Z</dcterms:created>
  <dcterms:modified xsi:type="dcterms:W3CDTF">2026-07-02T16:25:51Z</dcterms:modified>
</cp:coreProperties>
</file>