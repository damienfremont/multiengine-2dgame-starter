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4629"/>
    <a:srgbClr val="4094C8"/>
    <a:srgbClr val="1C47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71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347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3724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38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2791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4694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30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617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008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189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83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113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BEFF6-CA1E-4F2C-AB17-C8AC986E5615}" type="datetimeFigureOut">
              <a:rPr lang="en-US" smtClean="0"/>
              <a:pPr/>
              <a:t>4/10/2026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B78684-98AC-4705-8032-58D98476EA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19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Rectangle 255"/>
          <p:cNvSpPr/>
          <p:nvPr/>
        </p:nvSpPr>
        <p:spPr>
          <a:xfrm>
            <a:off x="0" y="0"/>
            <a:ext cx="71628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b="1" dirty="0" smtClean="0">
                <a:solidFill>
                  <a:schemeClr val="accent6">
                    <a:lumMod val="75000"/>
                  </a:schemeClr>
                </a:solidFill>
              </a:rPr>
              <a:t>Primary / Driving Adapter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07" name="Rounded Rectangle 206"/>
          <p:cNvSpPr/>
          <p:nvPr/>
        </p:nvSpPr>
        <p:spPr>
          <a:xfrm>
            <a:off x="1091158" y="4174964"/>
            <a:ext cx="2390473" cy="117667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PROJECT</a:t>
            </a:r>
          </a:p>
          <a:p>
            <a:r>
              <a:rPr lang="en-US" sz="1600" b="1" dirty="0" smtClean="0"/>
              <a:t>(C99)</a:t>
            </a:r>
            <a:endParaRPr lang="en-US" sz="1600" b="1" dirty="0"/>
          </a:p>
        </p:txBody>
      </p:sp>
      <p:sp>
        <p:nvSpPr>
          <p:cNvPr id="276" name="Rectangle 275"/>
          <p:cNvSpPr/>
          <p:nvPr/>
        </p:nvSpPr>
        <p:spPr>
          <a:xfrm>
            <a:off x="7153274" y="-9525"/>
            <a:ext cx="5038725" cy="685800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Secondary / Driven Adapter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Hexagone 5"/>
          <p:cNvSpPr/>
          <p:nvPr/>
        </p:nvSpPr>
        <p:spPr>
          <a:xfrm>
            <a:off x="3790950" y="495299"/>
            <a:ext cx="6372225" cy="5067301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988102" y="4351020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ENG_RAYLIB5</a:t>
            </a:r>
            <a:endParaRPr lang="en-US" sz="800" dirty="0"/>
          </a:p>
        </p:txBody>
      </p:sp>
      <p:sp>
        <p:nvSpPr>
          <p:cNvPr id="11" name="Rectangle 10"/>
          <p:cNvSpPr/>
          <p:nvPr/>
        </p:nvSpPr>
        <p:spPr>
          <a:xfrm>
            <a:off x="4100513" y="1474048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ENG_UNREAL5</a:t>
            </a:r>
            <a:endParaRPr lang="en-US" sz="800" dirty="0"/>
          </a:p>
        </p:txBody>
      </p:sp>
      <p:sp>
        <p:nvSpPr>
          <p:cNvPr id="19" name="Rectangle 18"/>
          <p:cNvSpPr/>
          <p:nvPr/>
        </p:nvSpPr>
        <p:spPr>
          <a:xfrm>
            <a:off x="9473532" y="400123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ENG_WINDOWS</a:t>
            </a:r>
            <a:endParaRPr lang="en-US" sz="800" dirty="0"/>
          </a:p>
        </p:txBody>
      </p:sp>
      <p:sp>
        <p:nvSpPr>
          <p:cNvPr id="103" name="Rectangle 102"/>
          <p:cNvSpPr/>
          <p:nvPr/>
        </p:nvSpPr>
        <p:spPr>
          <a:xfrm>
            <a:off x="9307524" y="186264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ENG_JOLT</a:t>
            </a:r>
            <a:endParaRPr lang="en-US" sz="800" dirty="0"/>
          </a:p>
        </p:txBody>
      </p:sp>
      <p:sp>
        <p:nvSpPr>
          <p:cNvPr id="121" name="Hexagone 120"/>
          <p:cNvSpPr/>
          <p:nvPr/>
        </p:nvSpPr>
        <p:spPr>
          <a:xfrm>
            <a:off x="10325100" y="1152525"/>
            <a:ext cx="1371600" cy="1188720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5" name="Rectangle 124"/>
          <p:cNvSpPr/>
          <p:nvPr/>
        </p:nvSpPr>
        <p:spPr>
          <a:xfrm>
            <a:off x="10541881" y="1951616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JOLT DLL</a:t>
            </a:r>
            <a:endParaRPr lang="en-US" sz="800" dirty="0"/>
          </a:p>
        </p:txBody>
      </p:sp>
      <p:sp>
        <p:nvSpPr>
          <p:cNvPr id="185" name="Rectangle 184"/>
          <p:cNvSpPr/>
          <p:nvPr/>
        </p:nvSpPr>
        <p:spPr>
          <a:xfrm>
            <a:off x="10541881" y="1703966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JOLT HEADERS</a:t>
            </a:r>
            <a:endParaRPr lang="en-US" sz="800" dirty="0"/>
          </a:p>
        </p:txBody>
      </p:sp>
      <p:cxnSp>
        <p:nvCxnSpPr>
          <p:cNvPr id="187" name="Connecteur droit avec flèche 186"/>
          <p:cNvCxnSpPr>
            <a:stCxn id="103" idx="3"/>
            <a:endCxn id="185" idx="1"/>
          </p:cNvCxnSpPr>
          <p:nvPr/>
        </p:nvCxnSpPr>
        <p:spPr>
          <a:xfrm flipV="1">
            <a:off x="10221924" y="1795406"/>
            <a:ext cx="319957" cy="15867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758489" y="1290638"/>
            <a:ext cx="434942" cy="357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77" name="Hexagone 276"/>
          <p:cNvSpPr/>
          <p:nvPr/>
        </p:nvSpPr>
        <p:spPr>
          <a:xfrm>
            <a:off x="10525125" y="3848100"/>
            <a:ext cx="1280160" cy="1188720"/>
          </a:xfrm>
          <a:prstGeom prst="hexagon">
            <a:avLst/>
          </a:prstGeom>
          <a:solidFill>
            <a:schemeClr val="accent1"/>
          </a:solidFill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9" name="Rectangle 278"/>
          <p:cNvSpPr/>
          <p:nvPr/>
        </p:nvSpPr>
        <p:spPr>
          <a:xfrm>
            <a:off x="10703806" y="4399541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WINMM LIB</a:t>
            </a:r>
            <a:endParaRPr lang="en-US" sz="800" dirty="0"/>
          </a:p>
        </p:txBody>
      </p:sp>
      <p:cxnSp>
        <p:nvCxnSpPr>
          <p:cNvPr id="281" name="Connecteur droit avec flèche 280"/>
          <p:cNvCxnSpPr>
            <a:stCxn id="19" idx="3"/>
            <a:endCxn id="279" idx="1"/>
          </p:cNvCxnSpPr>
          <p:nvPr/>
        </p:nvCxnSpPr>
        <p:spPr>
          <a:xfrm>
            <a:off x="10387932" y="4092673"/>
            <a:ext cx="315874" cy="39830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8" name="Picture 4" descr="File - Free files and folders icon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534775" y="5459414"/>
            <a:ext cx="657225" cy="657225"/>
          </a:xfrm>
          <a:prstGeom prst="rect">
            <a:avLst/>
          </a:prstGeom>
          <a:noFill/>
        </p:spPr>
      </p:pic>
      <p:cxnSp>
        <p:nvCxnSpPr>
          <p:cNvPr id="288" name="Connecteur droit avec flèche 287"/>
          <p:cNvCxnSpPr>
            <a:stCxn id="279" idx="3"/>
            <a:endCxn id="1028" idx="0"/>
          </p:cNvCxnSpPr>
          <p:nvPr/>
        </p:nvCxnSpPr>
        <p:spPr>
          <a:xfrm>
            <a:off x="11618206" y="4490981"/>
            <a:ext cx="245182" cy="96843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Connecteur droit avec flèche 394"/>
          <p:cNvCxnSpPr>
            <a:stCxn id="11" idx="3"/>
            <a:endCxn id="102" idx="1"/>
          </p:cNvCxnSpPr>
          <p:nvPr/>
        </p:nvCxnSpPr>
        <p:spPr>
          <a:xfrm>
            <a:off x="5014913" y="1565488"/>
            <a:ext cx="501661" cy="40764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24" name="Rectangle 523"/>
          <p:cNvSpPr/>
          <p:nvPr/>
        </p:nvSpPr>
        <p:spPr>
          <a:xfrm>
            <a:off x="5608099" y="5568434"/>
            <a:ext cx="15289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dirty="0" smtClean="0">
                <a:solidFill>
                  <a:schemeClr val="accent6">
                    <a:lumMod val="75000"/>
                  </a:schemeClr>
                </a:solidFill>
              </a:rPr>
              <a:t>User Interface</a:t>
            </a:r>
            <a:endParaRPr 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26" name="Rectangle 525"/>
          <p:cNvSpPr/>
          <p:nvPr/>
        </p:nvSpPr>
        <p:spPr>
          <a:xfrm>
            <a:off x="7159115" y="5568434"/>
            <a:ext cx="15005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b="1" dirty="0" smtClean="0">
                <a:solidFill>
                  <a:schemeClr val="accent2">
                    <a:lumMod val="75000"/>
                  </a:schemeClr>
                </a:solidFill>
              </a:rPr>
              <a:t>Infrastructure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534" name="Connecteur droit 533"/>
          <p:cNvCxnSpPr/>
          <p:nvPr/>
        </p:nvCxnSpPr>
        <p:spPr>
          <a:xfrm rot="5400000">
            <a:off x="2762251" y="485775"/>
            <a:ext cx="7820025" cy="5915025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onnecteur droit 535"/>
          <p:cNvCxnSpPr/>
          <p:nvPr/>
        </p:nvCxnSpPr>
        <p:spPr>
          <a:xfrm rot="16200000" flipH="1">
            <a:off x="3243263" y="280987"/>
            <a:ext cx="7896225" cy="5981700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Connecteur droit 538"/>
          <p:cNvCxnSpPr/>
          <p:nvPr/>
        </p:nvCxnSpPr>
        <p:spPr>
          <a:xfrm flipV="1">
            <a:off x="-885825" y="3009900"/>
            <a:ext cx="13077825" cy="66675"/>
          </a:xfrm>
          <a:prstGeom prst="line">
            <a:avLst/>
          </a:prstGeom>
          <a:ln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Hexagone 4"/>
          <p:cNvSpPr/>
          <p:nvPr/>
        </p:nvSpPr>
        <p:spPr>
          <a:xfrm>
            <a:off x="4914900" y="1438275"/>
            <a:ext cx="4171950" cy="3267075"/>
          </a:xfrm>
          <a:prstGeom prst="hexagon">
            <a:avLst/>
          </a:prstGeom>
          <a:solidFill>
            <a:srgbClr val="F54629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259399" y="317709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ENG_RENDER</a:t>
            </a:r>
            <a:endParaRPr lang="en-US" sz="800" dirty="0"/>
          </a:p>
        </p:txBody>
      </p:sp>
      <p:sp>
        <p:nvSpPr>
          <p:cNvPr id="24" name="Rectangle 23"/>
          <p:cNvSpPr/>
          <p:nvPr/>
        </p:nvSpPr>
        <p:spPr>
          <a:xfrm>
            <a:off x="5268924" y="256749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ENG_AUDIO</a:t>
            </a:r>
            <a:endParaRPr lang="en-US" sz="800" dirty="0"/>
          </a:p>
        </p:txBody>
      </p:sp>
      <p:sp>
        <p:nvSpPr>
          <p:cNvPr id="25" name="Rectangle 24"/>
          <p:cNvSpPr/>
          <p:nvPr/>
        </p:nvSpPr>
        <p:spPr>
          <a:xfrm>
            <a:off x="8197182" y="377263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ENG_RESOURCE</a:t>
            </a:r>
            <a:endParaRPr lang="en-US" sz="800" dirty="0"/>
          </a:p>
        </p:txBody>
      </p:sp>
      <p:sp>
        <p:nvSpPr>
          <p:cNvPr id="26" name="Rectangle 25"/>
          <p:cNvSpPr/>
          <p:nvPr/>
        </p:nvSpPr>
        <p:spPr>
          <a:xfrm>
            <a:off x="8069274" y="2272218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ENG_SRV_PHYSICS</a:t>
            </a:r>
            <a:endParaRPr lang="en-US" sz="800" dirty="0"/>
          </a:p>
        </p:txBody>
      </p:sp>
      <p:sp>
        <p:nvSpPr>
          <p:cNvPr id="27" name="Rectangle 26"/>
          <p:cNvSpPr/>
          <p:nvPr/>
        </p:nvSpPr>
        <p:spPr>
          <a:xfrm>
            <a:off x="5268924" y="2805618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ENG_ANIMATION</a:t>
            </a:r>
            <a:endParaRPr lang="en-US" sz="800" dirty="0"/>
          </a:p>
        </p:txBody>
      </p:sp>
      <p:sp>
        <p:nvSpPr>
          <p:cNvPr id="31" name="Rectangle 30"/>
          <p:cNvSpPr/>
          <p:nvPr/>
        </p:nvSpPr>
        <p:spPr>
          <a:xfrm>
            <a:off x="5259399" y="340569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ENG_INPUT</a:t>
            </a:r>
            <a:endParaRPr lang="en-US" sz="800" dirty="0"/>
          </a:p>
        </p:txBody>
      </p:sp>
      <p:sp>
        <p:nvSpPr>
          <p:cNvPr id="92" name="Rectangle 91"/>
          <p:cNvSpPr/>
          <p:nvPr/>
        </p:nvSpPr>
        <p:spPr>
          <a:xfrm>
            <a:off x="5172075" y="2495550"/>
            <a:ext cx="1143000" cy="1162050"/>
          </a:xfrm>
          <a:prstGeom prst="rect">
            <a:avLst/>
          </a:prstGeom>
          <a:noFill/>
          <a:ln w="28575"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7" name="Connecteur droit avec flèche 106"/>
          <p:cNvCxnSpPr>
            <a:stCxn id="103" idx="1"/>
            <a:endCxn id="26" idx="3"/>
          </p:cNvCxnSpPr>
          <p:nvPr/>
        </p:nvCxnSpPr>
        <p:spPr>
          <a:xfrm rot="10800000" flipV="1">
            <a:off x="9166554" y="1954082"/>
            <a:ext cx="140970" cy="40957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0" name="Connecteur droit avec flèche 109"/>
          <p:cNvCxnSpPr>
            <a:stCxn id="19" idx="1"/>
            <a:endCxn id="25" idx="3"/>
          </p:cNvCxnSpPr>
          <p:nvPr/>
        </p:nvCxnSpPr>
        <p:spPr>
          <a:xfrm rot="10800000">
            <a:off x="9111582" y="3864073"/>
            <a:ext cx="361950" cy="22860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8202624" y="3224718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ENG_MATH</a:t>
            </a:r>
            <a:endParaRPr lang="en-US" sz="800" dirty="0"/>
          </a:p>
        </p:txBody>
      </p:sp>
      <p:cxnSp>
        <p:nvCxnSpPr>
          <p:cNvPr id="364" name="Connecteur droit avec flèche 363"/>
          <p:cNvCxnSpPr>
            <a:stCxn id="19" idx="1"/>
            <a:endCxn id="341" idx="3"/>
          </p:cNvCxnSpPr>
          <p:nvPr/>
        </p:nvCxnSpPr>
        <p:spPr>
          <a:xfrm rot="10800000" flipV="1">
            <a:off x="7635208" y="4092673"/>
            <a:ext cx="1838325" cy="59055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8" name="Connecteur droit avec flèche 407"/>
          <p:cNvCxnSpPr>
            <a:stCxn id="19" idx="1"/>
            <a:endCxn id="158" idx="3"/>
          </p:cNvCxnSpPr>
          <p:nvPr/>
        </p:nvCxnSpPr>
        <p:spPr>
          <a:xfrm rot="10800000">
            <a:off x="9299904" y="3316159"/>
            <a:ext cx="173628" cy="77651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Hexagone 3"/>
          <p:cNvSpPr/>
          <p:nvPr/>
        </p:nvSpPr>
        <p:spPr>
          <a:xfrm>
            <a:off x="6276975" y="2286000"/>
            <a:ext cx="1733550" cy="1504949"/>
          </a:xfrm>
          <a:prstGeom prst="hexagon">
            <a:avLst/>
          </a:prstGeom>
          <a:solidFill>
            <a:schemeClr val="accent4"/>
          </a:solidFill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623480" y="2639683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GAM_SCREEN_LVL_1</a:t>
            </a:r>
            <a:endParaRPr lang="en-US" sz="800" dirty="0"/>
          </a:p>
        </p:txBody>
      </p:sp>
      <p:sp>
        <p:nvSpPr>
          <p:cNvPr id="30" name="Rectangle 29"/>
          <p:cNvSpPr/>
          <p:nvPr/>
        </p:nvSpPr>
        <p:spPr>
          <a:xfrm>
            <a:off x="6623480" y="3068308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GAM_SCREEN_MENU</a:t>
            </a:r>
            <a:endParaRPr lang="en-US" sz="800" dirty="0"/>
          </a:p>
        </p:txBody>
      </p:sp>
      <p:cxnSp>
        <p:nvCxnSpPr>
          <p:cNvPr id="60" name="Connecteur droit avec flèche 59"/>
          <p:cNvCxnSpPr>
            <a:stCxn id="28" idx="1"/>
            <a:endCxn id="24" idx="3"/>
          </p:cNvCxnSpPr>
          <p:nvPr/>
        </p:nvCxnSpPr>
        <p:spPr>
          <a:xfrm rot="10800000">
            <a:off x="6183324" y="2658933"/>
            <a:ext cx="440156" cy="7219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" name="Connecteur droit avec flèche 62"/>
          <p:cNvCxnSpPr>
            <a:stCxn id="28" idx="1"/>
            <a:endCxn id="27" idx="3"/>
          </p:cNvCxnSpPr>
          <p:nvPr/>
        </p:nvCxnSpPr>
        <p:spPr>
          <a:xfrm rot="10800000" flipV="1">
            <a:off x="6183324" y="2731122"/>
            <a:ext cx="440156" cy="16593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9" name="Connecteur droit avec flèche 68"/>
          <p:cNvCxnSpPr>
            <a:stCxn id="28" idx="1"/>
            <a:endCxn id="31" idx="3"/>
          </p:cNvCxnSpPr>
          <p:nvPr/>
        </p:nvCxnSpPr>
        <p:spPr>
          <a:xfrm rot="10800000" flipV="1">
            <a:off x="6173800" y="2731123"/>
            <a:ext cx="449681" cy="76601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2" name="Connecteur droit avec flèche 71"/>
          <p:cNvCxnSpPr>
            <a:stCxn id="28" idx="1"/>
            <a:endCxn id="21" idx="3"/>
          </p:cNvCxnSpPr>
          <p:nvPr/>
        </p:nvCxnSpPr>
        <p:spPr>
          <a:xfrm rot="10800000" flipV="1">
            <a:off x="6173800" y="2731123"/>
            <a:ext cx="449681" cy="53741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5" name="Connecteur droit avec flèche 74"/>
          <p:cNvCxnSpPr>
            <a:stCxn id="30" idx="1"/>
            <a:endCxn id="31" idx="3"/>
          </p:cNvCxnSpPr>
          <p:nvPr/>
        </p:nvCxnSpPr>
        <p:spPr>
          <a:xfrm rot="10800000" flipV="1">
            <a:off x="6173800" y="3159747"/>
            <a:ext cx="449681" cy="33738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Connecteur droit avec flèche 77"/>
          <p:cNvCxnSpPr>
            <a:stCxn id="30" idx="1"/>
            <a:endCxn id="21" idx="3"/>
          </p:cNvCxnSpPr>
          <p:nvPr/>
        </p:nvCxnSpPr>
        <p:spPr>
          <a:xfrm rot="10800000" flipV="1">
            <a:off x="6173800" y="3159747"/>
            <a:ext cx="449681" cy="10878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5516574" y="1881693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ENG_CLI_PHYSICS</a:t>
            </a:r>
            <a:endParaRPr lang="en-US" sz="800" dirty="0"/>
          </a:p>
        </p:txBody>
      </p:sp>
      <p:cxnSp>
        <p:nvCxnSpPr>
          <p:cNvPr id="104" name="Connecteur droit avec flèche 103"/>
          <p:cNvCxnSpPr>
            <a:stCxn id="28" idx="3"/>
            <a:endCxn id="26" idx="1"/>
          </p:cNvCxnSpPr>
          <p:nvPr/>
        </p:nvCxnSpPr>
        <p:spPr>
          <a:xfrm flipV="1">
            <a:off x="7720760" y="2363658"/>
            <a:ext cx="348514" cy="36746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3" name="Connecteur droit avec flèche 112"/>
          <p:cNvCxnSpPr>
            <a:stCxn id="30" idx="3"/>
            <a:endCxn id="25" idx="1"/>
          </p:cNvCxnSpPr>
          <p:nvPr/>
        </p:nvCxnSpPr>
        <p:spPr>
          <a:xfrm>
            <a:off x="7720760" y="3159748"/>
            <a:ext cx="476422" cy="70432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7" name="Connecteur droit avec flèche 116"/>
          <p:cNvCxnSpPr>
            <a:stCxn id="28" idx="1"/>
            <a:endCxn id="102" idx="3"/>
          </p:cNvCxnSpPr>
          <p:nvPr/>
        </p:nvCxnSpPr>
        <p:spPr>
          <a:xfrm rot="10800000">
            <a:off x="6613854" y="1973133"/>
            <a:ext cx="9626" cy="75799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9" name="Connecteur droit avec flèche 158"/>
          <p:cNvCxnSpPr>
            <a:stCxn id="28" idx="3"/>
            <a:endCxn id="158" idx="1"/>
          </p:cNvCxnSpPr>
          <p:nvPr/>
        </p:nvCxnSpPr>
        <p:spPr>
          <a:xfrm>
            <a:off x="7720760" y="2731123"/>
            <a:ext cx="481864" cy="58503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Connecteur droit avec flèche 171"/>
          <p:cNvCxnSpPr>
            <a:stCxn id="28" idx="3"/>
            <a:endCxn id="25" idx="1"/>
          </p:cNvCxnSpPr>
          <p:nvPr/>
        </p:nvCxnSpPr>
        <p:spPr>
          <a:xfrm>
            <a:off x="7720760" y="2731123"/>
            <a:ext cx="476422" cy="113295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8" name="Rectangle 337"/>
          <p:cNvSpPr/>
          <p:nvPr/>
        </p:nvSpPr>
        <p:spPr>
          <a:xfrm>
            <a:off x="6601915" y="520184"/>
            <a:ext cx="1189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ADAPTERS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39" name="Rectangle 338"/>
          <p:cNvSpPr/>
          <p:nvPr/>
        </p:nvSpPr>
        <p:spPr>
          <a:xfrm>
            <a:off x="6763840" y="1491734"/>
            <a:ext cx="8128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PORTS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40" name="Rectangle 339"/>
          <p:cNvSpPr/>
          <p:nvPr/>
        </p:nvSpPr>
        <p:spPr>
          <a:xfrm>
            <a:off x="6801940" y="2244209"/>
            <a:ext cx="7023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CORE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41" name="Rectangle 340"/>
          <p:cNvSpPr/>
          <p:nvPr/>
        </p:nvSpPr>
        <p:spPr>
          <a:xfrm>
            <a:off x="6720807" y="4591783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ENG_CONFIG</a:t>
            </a:r>
            <a:endParaRPr lang="en-US" sz="800" dirty="0"/>
          </a:p>
        </p:txBody>
      </p:sp>
      <p:cxnSp>
        <p:nvCxnSpPr>
          <p:cNvPr id="342" name="Connecteur droit avec flèche 341"/>
          <p:cNvCxnSpPr>
            <a:stCxn id="504" idx="2"/>
            <a:endCxn id="341" idx="0"/>
          </p:cNvCxnSpPr>
          <p:nvPr/>
        </p:nvCxnSpPr>
        <p:spPr>
          <a:xfrm rot="16200000" flipH="1">
            <a:off x="6690503" y="4104279"/>
            <a:ext cx="969120" cy="588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04" name="Rectangle 503"/>
          <p:cNvSpPr/>
          <p:nvPr/>
        </p:nvSpPr>
        <p:spPr>
          <a:xfrm>
            <a:off x="6623480" y="3439783"/>
            <a:ext cx="109728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GAM_CONFIG</a:t>
            </a:r>
            <a:endParaRPr lang="en-US" sz="800" dirty="0"/>
          </a:p>
        </p:txBody>
      </p:sp>
      <p:cxnSp>
        <p:nvCxnSpPr>
          <p:cNvPr id="510" name="Connecteur droit avec flèche 509"/>
          <p:cNvCxnSpPr>
            <a:stCxn id="30" idx="2"/>
            <a:endCxn id="504" idx="0"/>
          </p:cNvCxnSpPr>
          <p:nvPr/>
        </p:nvCxnSpPr>
        <p:spPr>
          <a:xfrm rot="5400000">
            <a:off x="7077823" y="3345485"/>
            <a:ext cx="188595" cy="158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Connecteur droit avec flèche 512"/>
          <p:cNvCxnSpPr>
            <a:stCxn id="30" idx="0"/>
            <a:endCxn id="28" idx="2"/>
          </p:cNvCxnSpPr>
          <p:nvPr/>
        </p:nvCxnSpPr>
        <p:spPr>
          <a:xfrm rot="5400000" flipH="1" flipV="1">
            <a:off x="7049248" y="2945436"/>
            <a:ext cx="245745" cy="1588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6" name="Connecteur droit avec flèche 65"/>
          <p:cNvCxnSpPr>
            <a:stCxn id="18" idx="3"/>
            <a:endCxn id="92" idx="1"/>
          </p:cNvCxnSpPr>
          <p:nvPr/>
        </p:nvCxnSpPr>
        <p:spPr>
          <a:xfrm flipV="1">
            <a:off x="5150270" y="3076575"/>
            <a:ext cx="21805" cy="202252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6" name="Connecteur droit avec flèche 95"/>
          <p:cNvCxnSpPr>
            <a:stCxn id="10" idx="3"/>
            <a:endCxn id="92" idx="1"/>
          </p:cNvCxnSpPr>
          <p:nvPr/>
        </p:nvCxnSpPr>
        <p:spPr>
          <a:xfrm flipV="1">
            <a:off x="4902502" y="3076575"/>
            <a:ext cx="269573" cy="1365885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9" name="Connecteur droit avec flèche 98"/>
          <p:cNvCxnSpPr>
            <a:stCxn id="13" idx="3"/>
            <a:endCxn id="92" idx="1"/>
          </p:cNvCxnSpPr>
          <p:nvPr/>
        </p:nvCxnSpPr>
        <p:spPr>
          <a:xfrm flipV="1">
            <a:off x="4681143" y="3076575"/>
            <a:ext cx="490932" cy="50006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2" name="Connecteur droit avec flèche 131"/>
          <p:cNvCxnSpPr>
            <a:stCxn id="12" idx="3"/>
            <a:endCxn id="92" idx="1"/>
          </p:cNvCxnSpPr>
          <p:nvPr/>
        </p:nvCxnSpPr>
        <p:spPr>
          <a:xfrm>
            <a:off x="4765511" y="2359262"/>
            <a:ext cx="406564" cy="71731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Connecteur droit avec flèche 135"/>
          <p:cNvCxnSpPr>
            <a:stCxn id="11" idx="3"/>
            <a:endCxn id="92" idx="1"/>
          </p:cNvCxnSpPr>
          <p:nvPr/>
        </p:nvCxnSpPr>
        <p:spPr>
          <a:xfrm>
            <a:off x="5014913" y="1565488"/>
            <a:ext cx="157162" cy="1511087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851111" y="2267822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ENG_UNITY6</a:t>
            </a:r>
            <a:endParaRPr lang="en-US" sz="800" dirty="0"/>
          </a:p>
        </p:txBody>
      </p:sp>
      <p:sp>
        <p:nvSpPr>
          <p:cNvPr id="13" name="Rectangle 12"/>
          <p:cNvSpPr/>
          <p:nvPr/>
        </p:nvSpPr>
        <p:spPr>
          <a:xfrm>
            <a:off x="3766743" y="3485197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ENG_GODOT4</a:t>
            </a:r>
            <a:endParaRPr lang="en-US" sz="800" dirty="0"/>
          </a:p>
        </p:txBody>
      </p:sp>
      <p:sp>
        <p:nvSpPr>
          <p:cNvPr id="18" name="Rectangle 17"/>
          <p:cNvSpPr/>
          <p:nvPr/>
        </p:nvSpPr>
        <p:spPr>
          <a:xfrm>
            <a:off x="4235870" y="5007659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ENG_SDL3</a:t>
            </a:r>
            <a:endParaRPr lang="en-US" sz="800" dirty="0"/>
          </a:p>
        </p:txBody>
      </p:sp>
      <p:cxnSp>
        <p:nvCxnSpPr>
          <p:cNvPr id="322" name="Connecteur droit avec flèche 321"/>
          <p:cNvCxnSpPr>
            <a:stCxn id="1032" idx="2"/>
            <a:endCxn id="208" idx="1"/>
          </p:cNvCxnSpPr>
          <p:nvPr/>
        </p:nvCxnSpPr>
        <p:spPr>
          <a:xfrm flipV="1">
            <a:off x="385763" y="1004932"/>
            <a:ext cx="712865" cy="2318332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5" name="Connecteur droit avec flèche 324"/>
          <p:cNvCxnSpPr>
            <a:stCxn id="1032" idx="2"/>
            <a:endCxn id="220" idx="1"/>
          </p:cNvCxnSpPr>
          <p:nvPr/>
        </p:nvCxnSpPr>
        <p:spPr>
          <a:xfrm flipV="1">
            <a:off x="385763" y="2252681"/>
            <a:ext cx="710280" cy="107058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8" name="Connecteur droit avec flèche 327"/>
          <p:cNvCxnSpPr>
            <a:stCxn id="1032" idx="2"/>
            <a:endCxn id="230" idx="1"/>
          </p:cNvCxnSpPr>
          <p:nvPr/>
        </p:nvCxnSpPr>
        <p:spPr>
          <a:xfrm>
            <a:off x="385763" y="3323264"/>
            <a:ext cx="718468" cy="19257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1" name="Connecteur droit avec flèche 330"/>
          <p:cNvCxnSpPr>
            <a:stCxn id="1032" idx="2"/>
            <a:endCxn id="236" idx="1"/>
          </p:cNvCxnSpPr>
          <p:nvPr/>
        </p:nvCxnSpPr>
        <p:spPr>
          <a:xfrm>
            <a:off x="385763" y="3323264"/>
            <a:ext cx="722610" cy="2729629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4" name="Connecteur droit avec flèche 333"/>
          <p:cNvCxnSpPr>
            <a:stCxn id="1032" idx="2"/>
            <a:endCxn id="207" idx="1"/>
          </p:cNvCxnSpPr>
          <p:nvPr/>
        </p:nvCxnSpPr>
        <p:spPr>
          <a:xfrm>
            <a:off x="385763" y="3323264"/>
            <a:ext cx="705395" cy="144003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32" name="Picture 8" descr="User - Avatar &amp; Emoticons Icon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0" y="2551739"/>
            <a:ext cx="771525" cy="771525"/>
          </a:xfrm>
          <a:prstGeom prst="rect">
            <a:avLst/>
          </a:prstGeom>
          <a:noFill/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0972800" y="3943350"/>
            <a:ext cx="390525" cy="3817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5" name="Rectangle 114"/>
          <p:cNvSpPr/>
          <p:nvPr/>
        </p:nvSpPr>
        <p:spPr>
          <a:xfrm>
            <a:off x="4719923" y="6259294"/>
            <a:ext cx="476842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sz="3200" b="1" dirty="0" smtClean="0">
                <a:ln w="3175" cmpd="sng">
                  <a:solidFill>
                    <a:schemeClr val="tx1"/>
                  </a:solidFill>
                  <a:prstDash val="solid"/>
                  <a:miter lim="800000"/>
                </a:ln>
                <a:latin typeface="Arial" pitchFamily="34" charset="0"/>
                <a:cs typeface="Arial" pitchFamily="34" charset="0"/>
              </a:rPr>
              <a:t>Hexagonal Architecture</a:t>
            </a:r>
            <a:endParaRPr lang="en-US" sz="3200" b="1" dirty="0">
              <a:ln w="3175" cmpd="sng">
                <a:solidFill>
                  <a:schemeClr val="tx1"/>
                </a:solidFill>
                <a:prstDash val="solid"/>
                <a:miter lim="800000"/>
              </a:ln>
              <a:latin typeface="Arial" pitchFamily="34" charset="0"/>
              <a:cs typeface="Arial" pitchFamily="34" charset="0"/>
            </a:endParaRPr>
          </a:p>
        </p:txBody>
      </p:sp>
      <p:sp>
        <p:nvSpPr>
          <p:cNvPr id="200" name="Rectangle 199"/>
          <p:cNvSpPr/>
          <p:nvPr/>
        </p:nvSpPr>
        <p:spPr>
          <a:xfrm>
            <a:off x="1276252" y="4811702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SRC</a:t>
            </a:r>
            <a:endParaRPr lang="en-US" sz="800" dirty="0"/>
          </a:p>
        </p:txBody>
      </p:sp>
      <p:sp>
        <p:nvSpPr>
          <p:cNvPr id="201" name="Rectangle 200"/>
          <p:cNvSpPr/>
          <p:nvPr/>
        </p:nvSpPr>
        <p:spPr>
          <a:xfrm>
            <a:off x="1276252" y="5050806"/>
            <a:ext cx="914400" cy="18288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 smtClean="0"/>
              <a:t>ASSETS</a:t>
            </a:r>
            <a:endParaRPr lang="en-US" sz="800" dirty="0"/>
          </a:p>
        </p:txBody>
      </p:sp>
      <p:sp>
        <p:nvSpPr>
          <p:cNvPr id="206" name="Rounded Rectangle 205"/>
          <p:cNvSpPr/>
          <p:nvPr/>
        </p:nvSpPr>
        <p:spPr>
          <a:xfrm>
            <a:off x="2268840" y="4268310"/>
            <a:ext cx="1128831" cy="102269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/>
          </a:p>
        </p:txBody>
      </p:sp>
      <p:sp>
        <p:nvSpPr>
          <p:cNvPr id="202" name="Rectangle 201"/>
          <p:cNvSpPr/>
          <p:nvPr/>
        </p:nvSpPr>
        <p:spPr>
          <a:xfrm>
            <a:off x="2367900" y="4804402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RAYLIB HEADER</a:t>
            </a:r>
          </a:p>
        </p:txBody>
      </p:sp>
      <p:pic>
        <p:nvPicPr>
          <p:cNvPr id="203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626955" y="4342743"/>
            <a:ext cx="395707" cy="404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04" name="Rectangle 203"/>
          <p:cNvSpPr/>
          <p:nvPr/>
        </p:nvSpPr>
        <p:spPr>
          <a:xfrm>
            <a:off x="2367900" y="5049115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RAYLIB DLL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1098628" y="410572"/>
            <a:ext cx="2362567" cy="11887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/>
              <a:t>UNREAL </a:t>
            </a:r>
            <a:r>
              <a:rPr lang="en-US" sz="1600" b="1" dirty="0" smtClean="0"/>
              <a:t>5</a:t>
            </a:r>
            <a:endParaRPr lang="en-US" sz="1600" b="1" dirty="0"/>
          </a:p>
        </p:txBody>
      </p:sp>
      <p:sp>
        <p:nvSpPr>
          <p:cNvPr id="215" name="Rounded Rectangle 214"/>
          <p:cNvSpPr/>
          <p:nvPr/>
        </p:nvSpPr>
        <p:spPr>
          <a:xfrm>
            <a:off x="2248404" y="499382"/>
            <a:ext cx="1128831" cy="1019874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PROJECT</a:t>
            </a:r>
            <a:endParaRPr lang="en-US" sz="1600" b="1" dirty="0"/>
          </a:p>
        </p:txBody>
      </p:sp>
      <p:pic>
        <p:nvPicPr>
          <p:cNvPr id="189" name="Picture 2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449987" y="910834"/>
            <a:ext cx="455518" cy="4253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09" name="Rectangle 208"/>
          <p:cNvSpPr/>
          <p:nvPr/>
        </p:nvSpPr>
        <p:spPr>
          <a:xfrm>
            <a:off x="2360966" y="1020357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/>
              <a:t>UNREAL5_SCRIPT</a:t>
            </a:r>
            <a:endParaRPr lang="en-US" sz="800" dirty="0"/>
          </a:p>
        </p:txBody>
      </p:sp>
      <p:sp>
        <p:nvSpPr>
          <p:cNvPr id="214" name="Rectangle 213"/>
          <p:cNvSpPr/>
          <p:nvPr/>
        </p:nvSpPr>
        <p:spPr>
          <a:xfrm>
            <a:off x="2360966" y="1268007"/>
            <a:ext cx="914400" cy="18288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 smtClean="0"/>
              <a:t>ASSETS</a:t>
            </a:r>
            <a:endParaRPr lang="en-US" sz="800" dirty="0"/>
          </a:p>
        </p:txBody>
      </p:sp>
      <p:sp>
        <p:nvSpPr>
          <p:cNvPr id="220" name="Rounded Rectangle 219"/>
          <p:cNvSpPr/>
          <p:nvPr/>
        </p:nvSpPr>
        <p:spPr>
          <a:xfrm>
            <a:off x="1096043" y="1658321"/>
            <a:ext cx="2362567" cy="11887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UNITY 6</a:t>
            </a:r>
            <a:endParaRPr lang="en-US" sz="1600" b="1" dirty="0"/>
          </a:p>
        </p:txBody>
      </p:sp>
      <p:sp>
        <p:nvSpPr>
          <p:cNvPr id="221" name="Rounded Rectangle 220"/>
          <p:cNvSpPr/>
          <p:nvPr/>
        </p:nvSpPr>
        <p:spPr>
          <a:xfrm>
            <a:off x="2245819" y="1747131"/>
            <a:ext cx="1128831" cy="1019874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PROJECT</a:t>
            </a:r>
            <a:endParaRPr lang="en-US" sz="1600" b="1" dirty="0"/>
          </a:p>
        </p:txBody>
      </p:sp>
      <p:sp>
        <p:nvSpPr>
          <p:cNvPr id="223" name="Rectangle 222"/>
          <p:cNvSpPr/>
          <p:nvPr/>
        </p:nvSpPr>
        <p:spPr>
          <a:xfrm>
            <a:off x="2358381" y="2268106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/>
              <a:t>UNITY6_SCRIPT</a:t>
            </a:r>
            <a:endParaRPr lang="en-US" sz="800" dirty="0"/>
          </a:p>
        </p:txBody>
      </p:sp>
      <p:sp>
        <p:nvSpPr>
          <p:cNvPr id="229" name="Rectangle 228"/>
          <p:cNvSpPr/>
          <p:nvPr/>
        </p:nvSpPr>
        <p:spPr>
          <a:xfrm>
            <a:off x="2358381" y="2515756"/>
            <a:ext cx="914400" cy="18288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 smtClean="0"/>
              <a:t>ASSETS</a:t>
            </a:r>
            <a:endParaRPr lang="en-US" sz="800" dirty="0"/>
          </a:p>
        </p:txBody>
      </p:sp>
      <p:sp>
        <p:nvSpPr>
          <p:cNvPr id="230" name="Rounded Rectangle 229"/>
          <p:cNvSpPr/>
          <p:nvPr/>
        </p:nvSpPr>
        <p:spPr>
          <a:xfrm>
            <a:off x="1104231" y="2921474"/>
            <a:ext cx="2362567" cy="118872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GODOT 4</a:t>
            </a:r>
            <a:endParaRPr lang="en-US" sz="1600" b="1" dirty="0"/>
          </a:p>
        </p:txBody>
      </p:sp>
      <p:sp>
        <p:nvSpPr>
          <p:cNvPr id="231" name="Rounded Rectangle 230"/>
          <p:cNvSpPr/>
          <p:nvPr/>
        </p:nvSpPr>
        <p:spPr>
          <a:xfrm>
            <a:off x="2254007" y="3010284"/>
            <a:ext cx="1128831" cy="1019874"/>
          </a:xfrm>
          <a:prstGeom prst="roundRect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PROJECT</a:t>
            </a:r>
            <a:endParaRPr lang="en-US" sz="1600" b="1" dirty="0"/>
          </a:p>
        </p:txBody>
      </p:sp>
      <p:sp>
        <p:nvSpPr>
          <p:cNvPr id="233" name="Rectangle 232"/>
          <p:cNvSpPr/>
          <p:nvPr/>
        </p:nvSpPr>
        <p:spPr>
          <a:xfrm>
            <a:off x="2366569" y="3531259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/>
              <a:t>GODOT4_SCRIPT</a:t>
            </a:r>
            <a:endParaRPr lang="en-US" sz="800" dirty="0"/>
          </a:p>
        </p:txBody>
      </p:sp>
      <p:sp>
        <p:nvSpPr>
          <p:cNvPr id="234" name="Rectangle 233"/>
          <p:cNvSpPr/>
          <p:nvPr/>
        </p:nvSpPr>
        <p:spPr>
          <a:xfrm>
            <a:off x="2366569" y="3778909"/>
            <a:ext cx="914400" cy="18288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 smtClean="0"/>
              <a:t>ASSETS</a:t>
            </a:r>
            <a:endParaRPr lang="en-US" sz="800" dirty="0"/>
          </a:p>
        </p:txBody>
      </p:sp>
      <p:sp>
        <p:nvSpPr>
          <p:cNvPr id="236" name="Rounded Rectangle 235"/>
          <p:cNvSpPr/>
          <p:nvPr/>
        </p:nvSpPr>
        <p:spPr>
          <a:xfrm>
            <a:off x="1108373" y="5464557"/>
            <a:ext cx="2390473" cy="1176671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600" b="1" dirty="0" smtClean="0"/>
              <a:t>PROJECT</a:t>
            </a:r>
          </a:p>
          <a:p>
            <a:r>
              <a:rPr lang="en-US" sz="1600" b="1" dirty="0" smtClean="0"/>
              <a:t>(C99)</a:t>
            </a:r>
            <a:endParaRPr lang="en-US" sz="1600" b="1" dirty="0"/>
          </a:p>
        </p:txBody>
      </p:sp>
      <p:sp>
        <p:nvSpPr>
          <p:cNvPr id="237" name="Rectangle 236"/>
          <p:cNvSpPr/>
          <p:nvPr/>
        </p:nvSpPr>
        <p:spPr>
          <a:xfrm>
            <a:off x="1293467" y="6101295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 smtClean="0"/>
              <a:t>SRC</a:t>
            </a:r>
            <a:endParaRPr lang="en-US" sz="800" dirty="0"/>
          </a:p>
        </p:txBody>
      </p:sp>
      <p:sp>
        <p:nvSpPr>
          <p:cNvPr id="239" name="Rectangle 238"/>
          <p:cNvSpPr/>
          <p:nvPr/>
        </p:nvSpPr>
        <p:spPr>
          <a:xfrm>
            <a:off x="1293467" y="6340399"/>
            <a:ext cx="914400" cy="18288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 smtClean="0"/>
              <a:t>ASSETS</a:t>
            </a:r>
            <a:endParaRPr lang="en-US" sz="800" dirty="0"/>
          </a:p>
        </p:txBody>
      </p:sp>
      <p:sp>
        <p:nvSpPr>
          <p:cNvPr id="240" name="Rounded Rectangle 239"/>
          <p:cNvSpPr/>
          <p:nvPr/>
        </p:nvSpPr>
        <p:spPr>
          <a:xfrm>
            <a:off x="2286055" y="5557903"/>
            <a:ext cx="1128831" cy="1022697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/>
          </a:p>
        </p:txBody>
      </p:sp>
      <p:sp>
        <p:nvSpPr>
          <p:cNvPr id="242" name="Rectangle 241"/>
          <p:cNvSpPr/>
          <p:nvPr/>
        </p:nvSpPr>
        <p:spPr>
          <a:xfrm>
            <a:off x="2385115" y="6093995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/>
              <a:t>SDL HEADER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85115" y="6338708"/>
            <a:ext cx="914400" cy="1828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800" dirty="0"/>
              <a:t>SDL DLL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21491" y="5635336"/>
            <a:ext cx="464121" cy="376005"/>
          </a:xfrm>
          <a:prstGeom prst="rect">
            <a:avLst/>
          </a:prstGeom>
        </p:spPr>
      </p:pic>
      <p:pic>
        <p:nvPicPr>
          <p:cNvPr id="246" name="Picture 5"/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1429837" y="3402257"/>
            <a:ext cx="470329" cy="484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47" name="Picture 3"/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1462159" y="2121126"/>
            <a:ext cx="401327" cy="454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248" name="Connecteur droit avec flèche 327"/>
          <p:cNvCxnSpPr>
            <a:stCxn id="230" idx="3"/>
            <a:endCxn id="13" idx="1"/>
          </p:cNvCxnSpPr>
          <p:nvPr/>
        </p:nvCxnSpPr>
        <p:spPr>
          <a:xfrm>
            <a:off x="3466798" y="3515834"/>
            <a:ext cx="299945" cy="60803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Connecteur droit avec flèche 327"/>
          <p:cNvCxnSpPr>
            <a:stCxn id="220" idx="3"/>
            <a:endCxn id="12" idx="1"/>
          </p:cNvCxnSpPr>
          <p:nvPr/>
        </p:nvCxnSpPr>
        <p:spPr>
          <a:xfrm>
            <a:off x="3458610" y="2252681"/>
            <a:ext cx="392501" cy="106581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3" name="Connecteur droit avec flèche 327"/>
          <p:cNvCxnSpPr>
            <a:stCxn id="207" idx="3"/>
            <a:endCxn id="10" idx="1"/>
          </p:cNvCxnSpPr>
          <p:nvPr/>
        </p:nvCxnSpPr>
        <p:spPr>
          <a:xfrm flipV="1">
            <a:off x="3481631" y="4442460"/>
            <a:ext cx="506471" cy="320840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4" name="Connecteur droit avec flèche 327"/>
          <p:cNvCxnSpPr>
            <a:stCxn id="236" idx="3"/>
            <a:endCxn id="18" idx="1"/>
          </p:cNvCxnSpPr>
          <p:nvPr/>
        </p:nvCxnSpPr>
        <p:spPr>
          <a:xfrm flipV="1">
            <a:off x="3498846" y="5099099"/>
            <a:ext cx="737024" cy="953794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Connecteur droit avec flèche 327"/>
          <p:cNvCxnSpPr>
            <a:stCxn id="208" idx="3"/>
            <a:endCxn id="11" idx="1"/>
          </p:cNvCxnSpPr>
          <p:nvPr/>
        </p:nvCxnSpPr>
        <p:spPr>
          <a:xfrm>
            <a:off x="3461195" y="1004932"/>
            <a:ext cx="639318" cy="560556"/>
          </a:xfrm>
          <a:prstGeom prst="straightConnector1">
            <a:avLst/>
          </a:prstGeom>
          <a:ln w="381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9" name="Straight Connector 28"/>
          <p:cNvCxnSpPr/>
          <p:nvPr/>
        </p:nvCxnSpPr>
        <p:spPr>
          <a:xfrm rot="5400000" flipH="1" flipV="1">
            <a:off x="4171186" y="4243038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39"/>
          <p:cNvCxnSpPr/>
          <p:nvPr/>
        </p:nvCxnSpPr>
        <p:spPr>
          <a:xfrm rot="16200000" flipV="1">
            <a:off x="5755323" y="4247470"/>
            <a:ext cx="371040" cy="1096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28"/>
          <p:cNvCxnSpPr/>
          <p:nvPr/>
        </p:nvCxnSpPr>
        <p:spPr>
          <a:xfrm rot="5400000" flipH="1" flipV="1">
            <a:off x="9126247" y="429658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28"/>
          <p:cNvCxnSpPr/>
          <p:nvPr/>
        </p:nvCxnSpPr>
        <p:spPr>
          <a:xfrm rot="5400000" flipH="1" flipV="1">
            <a:off x="2420644" y="4296584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28"/>
          <p:cNvCxnSpPr/>
          <p:nvPr/>
        </p:nvCxnSpPr>
        <p:spPr>
          <a:xfrm rot="5400000" flipH="1" flipV="1">
            <a:off x="10847955" y="426363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28"/>
          <p:cNvCxnSpPr/>
          <p:nvPr/>
        </p:nvCxnSpPr>
        <p:spPr>
          <a:xfrm rot="5400000" flipH="1" flipV="1">
            <a:off x="7462201" y="4280107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22497" y="1578923"/>
            <a:ext cx="11247120" cy="11972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/platform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22497" y="487637"/>
            <a:ext cx="11247120" cy="109728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/standalone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7096" y="5182342"/>
            <a:ext cx="11242281" cy="937027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mtClean="0">
                <a:solidFill>
                  <a:schemeClr val="bg1">
                    <a:lumMod val="65000"/>
                  </a:schemeClr>
                </a:solidFill>
              </a:rPr>
              <a:t>(editors)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793775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multiengine-unreal.exe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1779373" y="1762314"/>
            <a:ext cx="9728886" cy="7315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MYGAME_</a:t>
            </a:r>
            <a:br>
              <a:rPr lang="en-US" sz="1400" dirty="0" smtClean="0"/>
            </a:br>
            <a:r>
              <a:rPr lang="en-US" sz="1400" dirty="0" smtClean="0"/>
              <a:t>*.cpp</a:t>
            </a:r>
            <a:endParaRPr lang="en-US" sz="1400" dirty="0"/>
          </a:p>
        </p:txBody>
      </p:sp>
      <p:sp>
        <p:nvSpPr>
          <p:cNvPr id="25" name="Rectangle 24"/>
          <p:cNvSpPr/>
          <p:nvPr/>
        </p:nvSpPr>
        <p:spPr>
          <a:xfrm>
            <a:off x="403654" y="2775436"/>
            <a:ext cx="11265964" cy="95630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/lib/**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58347" y="6160653"/>
            <a:ext cx="5286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smtClean="0"/>
              <a:t>Components Diagram</a:t>
            </a:r>
            <a:endParaRPr lang="en-US" b="1" dirty="0"/>
          </a:p>
        </p:txBody>
      </p:sp>
      <p:cxnSp>
        <p:nvCxnSpPr>
          <p:cNvPr id="29" name="Straight Connector 28"/>
          <p:cNvCxnSpPr/>
          <p:nvPr/>
        </p:nvCxnSpPr>
        <p:spPr>
          <a:xfrm rot="5400000" flipH="1" flipV="1">
            <a:off x="3606894" y="1534848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51" idx="0"/>
            <a:endCxn id="52" idx="2"/>
          </p:cNvCxnSpPr>
          <p:nvPr/>
        </p:nvCxnSpPr>
        <p:spPr>
          <a:xfrm rot="16200000" flipV="1">
            <a:off x="10035931" y="2154934"/>
            <a:ext cx="1582384" cy="38179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22497" y="3737357"/>
            <a:ext cx="11247120" cy="114974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/assets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25618" y="6203003"/>
            <a:ext cx="182880" cy="1828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/>
          <p:cNvSpPr/>
          <p:nvPr/>
        </p:nvSpPr>
        <p:spPr>
          <a:xfrm>
            <a:off x="420627" y="6462633"/>
            <a:ext cx="182880" cy="1828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581888" y="6074745"/>
            <a:ext cx="43109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dirty="0" smtClean="0"/>
              <a:t>: source</a:t>
            </a:r>
          </a:p>
          <a:p>
            <a:pPr>
              <a:lnSpc>
                <a:spcPct val="150000"/>
              </a:lnSpc>
            </a:pPr>
            <a:r>
              <a:rPr lang="en-US" sz="1200" dirty="0" smtClean="0"/>
              <a:t>: build	           : runtime</a:t>
            </a:r>
            <a:endParaRPr 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1695798" y="6458713"/>
            <a:ext cx="182880" cy="18288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16200000" flipV="1">
            <a:off x="5298125" y="1539280"/>
            <a:ext cx="371040" cy="10966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459467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multiengine-unity.exe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8456543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multiengine-raylib.exe</a:t>
            </a:r>
            <a:endParaRPr lang="en-US" sz="1600" dirty="0"/>
          </a:p>
        </p:txBody>
      </p:sp>
      <p:sp>
        <p:nvSpPr>
          <p:cNvPr id="44" name="Rectangle 43"/>
          <p:cNvSpPr/>
          <p:nvPr/>
        </p:nvSpPr>
        <p:spPr>
          <a:xfrm>
            <a:off x="5125159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multiengine-godot.exe</a:t>
            </a:r>
            <a:endParaRPr lang="en-US" sz="1600" dirty="0"/>
          </a:p>
        </p:txBody>
      </p:sp>
      <p:sp>
        <p:nvSpPr>
          <p:cNvPr id="46" name="Rectangle 45"/>
          <p:cNvSpPr/>
          <p:nvPr/>
        </p:nvSpPr>
        <p:spPr>
          <a:xfrm>
            <a:off x="6790851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multiengine-defold.exe</a:t>
            </a:r>
            <a:endParaRPr lang="en-US" sz="1600" dirty="0"/>
          </a:p>
        </p:txBody>
      </p:sp>
      <p:sp>
        <p:nvSpPr>
          <p:cNvPr id="52" name="Rectangle 51"/>
          <p:cNvSpPr/>
          <p:nvPr/>
        </p:nvSpPr>
        <p:spPr>
          <a:xfrm>
            <a:off x="10122233" y="649922"/>
            <a:ext cx="1371600" cy="73291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multiengine-theforge.exe</a:t>
            </a:r>
            <a:endParaRPr lang="en-US" sz="1600" dirty="0"/>
          </a:p>
        </p:txBody>
      </p:sp>
      <p:cxnSp>
        <p:nvCxnSpPr>
          <p:cNvPr id="60" name="Straight Connector 29"/>
          <p:cNvCxnSpPr>
            <a:stCxn id="17" idx="0"/>
            <a:endCxn id="43" idx="2"/>
          </p:cNvCxnSpPr>
          <p:nvPr/>
        </p:nvCxnSpPr>
        <p:spPr>
          <a:xfrm rot="16200000" flipV="1">
            <a:off x="8370504" y="2154671"/>
            <a:ext cx="1578268" cy="34589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1" name="Straight Connector 29"/>
          <p:cNvCxnSpPr>
            <a:stCxn id="50" idx="0"/>
            <a:endCxn id="46" idx="2"/>
          </p:cNvCxnSpPr>
          <p:nvPr/>
        </p:nvCxnSpPr>
        <p:spPr>
          <a:xfrm rot="16200000" flipV="1">
            <a:off x="5495006" y="3364477"/>
            <a:ext cx="3974130" cy="10840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4" name="Straight Connector 29"/>
          <p:cNvCxnSpPr>
            <a:stCxn id="49" idx="0"/>
            <a:endCxn id="44" idx="2"/>
          </p:cNvCxnSpPr>
          <p:nvPr/>
        </p:nvCxnSpPr>
        <p:spPr>
          <a:xfrm rot="5400000" flipH="1" flipV="1">
            <a:off x="3819842" y="3365845"/>
            <a:ext cx="3974130" cy="8104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7" name="Straight Connector 29"/>
          <p:cNvCxnSpPr>
            <a:stCxn id="48" idx="0"/>
            <a:endCxn id="31" idx="2"/>
          </p:cNvCxnSpPr>
          <p:nvPr/>
        </p:nvCxnSpPr>
        <p:spPr>
          <a:xfrm rot="5400000" flipH="1" flipV="1">
            <a:off x="2136439" y="3348135"/>
            <a:ext cx="3974130" cy="43525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70" name="Straight Connector 29"/>
          <p:cNvCxnSpPr>
            <a:stCxn id="47" idx="0"/>
            <a:endCxn id="7" idx="2"/>
          </p:cNvCxnSpPr>
          <p:nvPr/>
        </p:nvCxnSpPr>
        <p:spPr>
          <a:xfrm rot="5400000" flipH="1" flipV="1">
            <a:off x="477751" y="3355138"/>
            <a:ext cx="3974130" cy="29518"/>
          </a:xfrm>
          <a:prstGeom prst="line">
            <a:avLst/>
          </a:prstGeom>
          <a:ln w="76200">
            <a:headEnd type="triangle" w="med" len="med"/>
            <a:tailEnd type="none" w="med" len="med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83" name="Straight Connector 28"/>
          <p:cNvCxnSpPr/>
          <p:nvPr/>
        </p:nvCxnSpPr>
        <p:spPr>
          <a:xfrm rot="5400000" flipH="1" flipV="1">
            <a:off x="8561955" y="158839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28"/>
          <p:cNvCxnSpPr/>
          <p:nvPr/>
        </p:nvCxnSpPr>
        <p:spPr>
          <a:xfrm rot="5400000" flipH="1" flipV="1">
            <a:off x="1856352" y="1588394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28"/>
          <p:cNvCxnSpPr/>
          <p:nvPr/>
        </p:nvCxnSpPr>
        <p:spPr>
          <a:xfrm rot="5400000" flipH="1" flipV="1">
            <a:off x="10283663" y="1555443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28"/>
          <p:cNvCxnSpPr/>
          <p:nvPr/>
        </p:nvCxnSpPr>
        <p:spPr>
          <a:xfrm rot="5400000" flipH="1" flipV="1">
            <a:off x="6996765" y="1571917"/>
            <a:ext cx="360560" cy="8193"/>
          </a:xfrm>
          <a:prstGeom prst="line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184024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1" name="Rectangle 90"/>
          <p:cNvSpPr/>
          <p:nvPr/>
        </p:nvSpPr>
        <p:spPr>
          <a:xfrm>
            <a:off x="3506756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2" name="Rectangle 91"/>
          <p:cNvSpPr/>
          <p:nvPr/>
        </p:nvSpPr>
        <p:spPr>
          <a:xfrm>
            <a:off x="517327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3" name="Rectangle 92"/>
          <p:cNvSpPr/>
          <p:nvPr/>
        </p:nvSpPr>
        <p:spPr>
          <a:xfrm>
            <a:off x="6839786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4" name="Rectangle 93"/>
          <p:cNvSpPr/>
          <p:nvPr/>
        </p:nvSpPr>
        <p:spPr>
          <a:xfrm>
            <a:off x="8506301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5" name="Rectangle 94"/>
          <p:cNvSpPr/>
          <p:nvPr/>
        </p:nvSpPr>
        <p:spPr>
          <a:xfrm>
            <a:off x="10172814" y="3927201"/>
            <a:ext cx="1371600" cy="27432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model.fbx</a:t>
            </a:r>
            <a:endParaRPr lang="en-US" sz="1100" dirty="0"/>
          </a:p>
        </p:txBody>
      </p:sp>
      <p:sp>
        <p:nvSpPr>
          <p:cNvPr id="96" name="Rectangle 95"/>
          <p:cNvSpPr/>
          <p:nvPr/>
        </p:nvSpPr>
        <p:spPr>
          <a:xfrm>
            <a:off x="1860835" y="4449617"/>
            <a:ext cx="9680376" cy="2743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smtClean="0"/>
              <a:t>model.blend</a:t>
            </a:r>
            <a:endParaRPr lang="en-US" sz="1100" dirty="0"/>
          </a:p>
        </p:txBody>
      </p:sp>
      <p:grpSp>
        <p:nvGrpSpPr>
          <p:cNvPr id="77" name="Groupe 76"/>
          <p:cNvGrpSpPr/>
          <p:nvPr/>
        </p:nvGrpSpPr>
        <p:grpSpPr>
          <a:xfrm>
            <a:off x="2887362" y="1392196"/>
            <a:ext cx="8287272" cy="2506704"/>
            <a:chOff x="2887362" y="1392196"/>
            <a:chExt cx="8287272" cy="3661718"/>
          </a:xfrm>
        </p:grpSpPr>
        <p:cxnSp>
          <p:nvCxnSpPr>
            <p:cNvPr id="97" name="Straight Connector 29"/>
            <p:cNvCxnSpPr/>
            <p:nvPr/>
          </p:nvCxnSpPr>
          <p:spPr>
            <a:xfrm rot="16200000" flipV="1">
              <a:off x="2607278" y="3208637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0" name="Straight Connector 29"/>
            <p:cNvCxnSpPr/>
            <p:nvPr/>
          </p:nvCxnSpPr>
          <p:spPr>
            <a:xfrm rot="16200000" flipV="1">
              <a:off x="1070921" y="3212756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1" name="Straight Connector 29"/>
            <p:cNvCxnSpPr/>
            <p:nvPr/>
          </p:nvCxnSpPr>
          <p:spPr>
            <a:xfrm rot="16200000" flipV="1">
              <a:off x="4366056" y="3229232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2" name="Straight Connector 29"/>
            <p:cNvCxnSpPr/>
            <p:nvPr/>
          </p:nvCxnSpPr>
          <p:spPr>
            <a:xfrm rot="16200000" flipV="1">
              <a:off x="6021862" y="3220994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" name="Straight Connector 29"/>
            <p:cNvCxnSpPr/>
            <p:nvPr/>
          </p:nvCxnSpPr>
          <p:spPr>
            <a:xfrm rot="16200000" flipV="1">
              <a:off x="7710620" y="3212757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4" name="Straight Connector 29"/>
            <p:cNvCxnSpPr/>
            <p:nvPr/>
          </p:nvCxnSpPr>
          <p:spPr>
            <a:xfrm rot="16200000" flipV="1">
              <a:off x="9349951" y="3220995"/>
              <a:ext cx="3641123" cy="8242"/>
            </a:xfrm>
            <a:prstGeom prst="line">
              <a:avLst/>
            </a:prstGeom>
            <a:ln w="57150">
              <a:headEnd type="triangle" w="med" len="med"/>
              <a:tailEnd type="none" w="med" len="med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48" name="Rectangle 47"/>
          <p:cNvSpPr/>
          <p:nvPr/>
        </p:nvSpPr>
        <p:spPr>
          <a:xfrm>
            <a:off x="3415942" y="5356962"/>
            <a:ext cx="1371600" cy="5866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1400" b="1" dirty="0" smtClean="0"/>
              <a:t>Unity 6</a:t>
            </a:r>
            <a:endParaRPr lang="en-US" sz="1400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88552" y="5430620"/>
            <a:ext cx="401327" cy="4545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7" name="Rectangle 46"/>
          <p:cNvSpPr/>
          <p:nvPr/>
        </p:nvSpPr>
        <p:spPr>
          <a:xfrm>
            <a:off x="1764257" y="5356962"/>
            <a:ext cx="1371600" cy="5866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b="1" dirty="0" smtClean="0"/>
              <a:t>Unreal 5</a:t>
            </a:r>
            <a:endParaRPr lang="en-US" sz="1400" b="1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63382" y="5433223"/>
            <a:ext cx="455518" cy="4253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9" name="Rectangle 48"/>
          <p:cNvSpPr/>
          <p:nvPr/>
        </p:nvSpPr>
        <p:spPr>
          <a:xfrm>
            <a:off x="5117055" y="5356962"/>
            <a:ext cx="1371600" cy="586637"/>
          </a:xfrm>
          <a:prstGeom prst="rect">
            <a:avLst/>
          </a:prstGeom>
          <a:solidFill>
            <a:srgbClr val="4094C8"/>
          </a:solidFill>
          <a:ln>
            <a:noFill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Godot 4</a:t>
            </a:r>
            <a:endParaRPr lang="en-US" sz="1400" dirty="0"/>
          </a:p>
        </p:txBody>
      </p:sp>
      <p:sp>
        <p:nvSpPr>
          <p:cNvPr id="17" name="Rectangle 16"/>
          <p:cNvSpPr/>
          <p:nvPr/>
        </p:nvSpPr>
        <p:spPr>
          <a:xfrm>
            <a:off x="8491132" y="2961100"/>
            <a:ext cx="1371600" cy="5486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raylib.dll 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801691" y="5356962"/>
            <a:ext cx="1371600" cy="58663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Defold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10160412" y="2965216"/>
            <a:ext cx="1371600" cy="5486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400" dirty="0" smtClean="0"/>
              <a:t>forge.dll</a:t>
            </a:r>
            <a:endParaRPr lang="en-US" sz="14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96617" y="5395509"/>
            <a:ext cx="470329" cy="484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7828" y="5420477"/>
            <a:ext cx="530825" cy="4692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2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8583569" y="3031049"/>
            <a:ext cx="395707" cy="404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10240534" y="3047139"/>
            <a:ext cx="476893" cy="404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521620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125</Words>
  <Application>Microsoft Office PowerPoint</Application>
  <PresentationFormat>Widescreen</PresentationFormat>
  <Paragraphs>82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damien</dc:creator>
  <cp:lastModifiedBy>damien</cp:lastModifiedBy>
  <cp:revision>116</cp:revision>
  <dcterms:created xsi:type="dcterms:W3CDTF">2024-02-15T14:03:04Z</dcterms:created>
  <dcterms:modified xsi:type="dcterms:W3CDTF">2026-04-10T16:11:08Z</dcterms:modified>
</cp:coreProperties>
</file>