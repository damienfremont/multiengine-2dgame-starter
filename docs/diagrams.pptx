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6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5B9BD5"/>
    <a:srgbClr val="F54629"/>
    <a:srgbClr val="4094C8"/>
    <a:srgbClr val="1C476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14" autoAdjust="0"/>
    <p:restoredTop sz="94660"/>
  </p:normalViewPr>
  <p:slideViewPr>
    <p:cSldViewPr snapToGrid="0">
      <p:cViewPr>
        <p:scale>
          <a:sx n="100" d="100"/>
          <a:sy n="100" d="100"/>
        </p:scale>
        <p:origin x="990" y="31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8BEFF6-CA1E-4F2C-AB17-C8AC986E5615}" type="datetimeFigureOut">
              <a:rPr lang="en-US" smtClean="0"/>
              <a:pPr/>
              <a:t>7/2/2026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B78684-98AC-4705-8032-58D98476EA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3634713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8BEFF6-CA1E-4F2C-AB17-C8AC986E5615}" type="datetimeFigureOut">
              <a:rPr lang="en-US" smtClean="0"/>
              <a:pPr/>
              <a:t>7/2/2026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B78684-98AC-4705-8032-58D98476EA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113724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8BEFF6-CA1E-4F2C-AB17-C8AC986E5615}" type="datetimeFigureOut">
              <a:rPr lang="en-US" smtClean="0"/>
              <a:pPr/>
              <a:t>7/2/2026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B78684-98AC-4705-8032-58D98476EA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903838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8BEFF6-CA1E-4F2C-AB17-C8AC986E5615}" type="datetimeFigureOut">
              <a:rPr lang="en-US" smtClean="0"/>
              <a:pPr/>
              <a:t>7/2/2026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B78684-98AC-4705-8032-58D98476EA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4727916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8BEFF6-CA1E-4F2C-AB17-C8AC986E5615}" type="datetimeFigureOut">
              <a:rPr lang="en-US" smtClean="0"/>
              <a:pPr/>
              <a:t>7/2/2026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B78684-98AC-4705-8032-58D98476EA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46941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8BEFF6-CA1E-4F2C-AB17-C8AC986E5615}" type="datetimeFigureOut">
              <a:rPr lang="en-US" smtClean="0"/>
              <a:pPr/>
              <a:t>7/2/2026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B78684-98AC-4705-8032-58D98476EA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533027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8BEFF6-CA1E-4F2C-AB17-C8AC986E5615}" type="datetimeFigureOut">
              <a:rPr lang="en-US" smtClean="0"/>
              <a:pPr/>
              <a:t>7/2/2026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B78684-98AC-4705-8032-58D98476EA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066172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8BEFF6-CA1E-4F2C-AB17-C8AC986E5615}" type="datetimeFigureOut">
              <a:rPr lang="en-US" smtClean="0"/>
              <a:pPr/>
              <a:t>7/2/2026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B78684-98AC-4705-8032-58D98476EA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430084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8BEFF6-CA1E-4F2C-AB17-C8AC986E5615}" type="datetimeFigureOut">
              <a:rPr lang="en-US" smtClean="0"/>
              <a:pPr/>
              <a:t>7/2/2026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B78684-98AC-4705-8032-58D98476EA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91895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8BEFF6-CA1E-4F2C-AB17-C8AC986E5615}" type="datetimeFigureOut">
              <a:rPr lang="en-US" smtClean="0"/>
              <a:pPr/>
              <a:t>7/2/2026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B78684-98AC-4705-8032-58D98476EA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888341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8BEFF6-CA1E-4F2C-AB17-C8AC986E5615}" type="datetimeFigureOut">
              <a:rPr lang="en-US" smtClean="0"/>
              <a:pPr/>
              <a:t>7/2/2026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B78684-98AC-4705-8032-58D98476EA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171139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88BEFF6-CA1E-4F2C-AB17-C8AC986E5615}" type="datetimeFigureOut">
              <a:rPr lang="en-US" smtClean="0"/>
              <a:pPr/>
              <a:t>7/2/2026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2B78684-98AC-4705-8032-58D98476EA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95198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7" Type="http://schemas.openxmlformats.org/officeDocument/2006/relationships/image" Target="../media/image17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16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Rectangle 255"/>
          <p:cNvSpPr/>
          <p:nvPr/>
        </p:nvSpPr>
        <p:spPr>
          <a:xfrm>
            <a:off x="0" y="0"/>
            <a:ext cx="71628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b="1" dirty="0" smtClean="0">
                <a:solidFill>
                  <a:schemeClr val="accent6">
                    <a:lumMod val="75000"/>
                  </a:schemeClr>
                </a:solidFill>
              </a:rPr>
              <a:t>Primary / Driving Adapter</a:t>
            </a:r>
            <a:endParaRPr lang="en-US" b="1" dirty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276" name="Rectangle 275"/>
          <p:cNvSpPr/>
          <p:nvPr/>
        </p:nvSpPr>
        <p:spPr>
          <a:xfrm>
            <a:off x="7153274" y="-9525"/>
            <a:ext cx="5038725" cy="6858000"/>
          </a:xfrm>
          <a:prstGeom prst="rect">
            <a:avLst/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pPr algn="r"/>
            <a:r>
              <a:rPr lang="en-US" b="1" dirty="0" smtClean="0">
                <a:solidFill>
                  <a:schemeClr val="accent2">
                    <a:lumMod val="75000"/>
                  </a:schemeClr>
                </a:solidFill>
              </a:rPr>
              <a:t>Secondary / Driven Adapter</a:t>
            </a:r>
            <a:endParaRPr lang="en-US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6" name="Hexagone 5"/>
          <p:cNvSpPr/>
          <p:nvPr/>
        </p:nvSpPr>
        <p:spPr>
          <a:xfrm>
            <a:off x="4279611" y="1211044"/>
            <a:ext cx="5575812" cy="4262663"/>
          </a:xfrm>
          <a:prstGeom prst="hexagon">
            <a:avLst/>
          </a:prstGeom>
          <a:solidFill>
            <a:schemeClr val="accent1"/>
          </a:solidFill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en-US" dirty="0"/>
          </a:p>
        </p:txBody>
      </p:sp>
      <p:sp>
        <p:nvSpPr>
          <p:cNvPr id="524" name="Rectangle 523"/>
          <p:cNvSpPr/>
          <p:nvPr/>
        </p:nvSpPr>
        <p:spPr>
          <a:xfrm>
            <a:off x="5608099" y="5963496"/>
            <a:ext cx="152894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n-US" b="1" dirty="0" smtClean="0">
                <a:solidFill>
                  <a:schemeClr val="accent6">
                    <a:lumMod val="75000"/>
                  </a:schemeClr>
                </a:solidFill>
              </a:rPr>
              <a:t>User Interface</a:t>
            </a:r>
            <a:endParaRPr lang="en-US" b="1" dirty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526" name="Rectangle 525"/>
          <p:cNvSpPr/>
          <p:nvPr/>
        </p:nvSpPr>
        <p:spPr>
          <a:xfrm>
            <a:off x="7159115" y="5963496"/>
            <a:ext cx="150053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n-US" b="1" dirty="0" smtClean="0">
                <a:solidFill>
                  <a:schemeClr val="accent2">
                    <a:lumMod val="75000"/>
                  </a:schemeClr>
                </a:solidFill>
              </a:rPr>
              <a:t>Infrastructure</a:t>
            </a:r>
            <a:endParaRPr lang="en-US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cxnSp>
        <p:nvCxnSpPr>
          <p:cNvPr id="534" name="Connecteur droit 533"/>
          <p:cNvCxnSpPr/>
          <p:nvPr/>
        </p:nvCxnSpPr>
        <p:spPr>
          <a:xfrm rot="5400000">
            <a:off x="2762251" y="776062"/>
            <a:ext cx="7820025" cy="5915025"/>
          </a:xfrm>
          <a:prstGeom prst="line">
            <a:avLst/>
          </a:prstGeom>
          <a:ln>
            <a:solidFill>
              <a:schemeClr val="bg1"/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6" name="Connecteur droit 535"/>
          <p:cNvCxnSpPr/>
          <p:nvPr/>
        </p:nvCxnSpPr>
        <p:spPr>
          <a:xfrm rot="16200000" flipH="1">
            <a:off x="3243263" y="571274"/>
            <a:ext cx="7896225" cy="5981700"/>
          </a:xfrm>
          <a:prstGeom prst="line">
            <a:avLst/>
          </a:prstGeom>
          <a:ln>
            <a:solidFill>
              <a:schemeClr val="bg1"/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9" name="Connecteur droit 538"/>
          <p:cNvCxnSpPr/>
          <p:nvPr/>
        </p:nvCxnSpPr>
        <p:spPr>
          <a:xfrm flipV="1">
            <a:off x="-885825" y="3300187"/>
            <a:ext cx="13077825" cy="66675"/>
          </a:xfrm>
          <a:prstGeom prst="line">
            <a:avLst/>
          </a:prstGeom>
          <a:ln>
            <a:solidFill>
              <a:schemeClr val="bg1"/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Hexagone 4"/>
          <p:cNvSpPr/>
          <p:nvPr/>
        </p:nvSpPr>
        <p:spPr>
          <a:xfrm>
            <a:off x="5571684" y="2151353"/>
            <a:ext cx="3049442" cy="2449099"/>
          </a:xfrm>
          <a:prstGeom prst="hexagon">
            <a:avLst/>
          </a:prstGeom>
          <a:solidFill>
            <a:srgbClr val="F54629"/>
          </a:solidFill>
          <a:ln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Hexagone 3"/>
          <p:cNvSpPr/>
          <p:nvPr/>
        </p:nvSpPr>
        <p:spPr>
          <a:xfrm>
            <a:off x="6276975" y="2701900"/>
            <a:ext cx="1733550" cy="1379336"/>
          </a:xfrm>
          <a:prstGeom prst="hexagon">
            <a:avLst/>
          </a:prstGeom>
          <a:solidFill>
            <a:schemeClr val="accent4"/>
          </a:solidFill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/>
          <p:cNvSpPr/>
          <p:nvPr/>
        </p:nvSpPr>
        <p:spPr>
          <a:xfrm>
            <a:off x="6623480" y="3063320"/>
            <a:ext cx="1097280" cy="18288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800" dirty="0" smtClean="0"/>
              <a:t>GAM_SCREEN_LVL_1</a:t>
            </a:r>
            <a:endParaRPr lang="en-US" sz="800" dirty="0"/>
          </a:p>
        </p:txBody>
      </p:sp>
      <p:sp>
        <p:nvSpPr>
          <p:cNvPr id="30" name="Rectangle 29"/>
          <p:cNvSpPr/>
          <p:nvPr/>
        </p:nvSpPr>
        <p:spPr>
          <a:xfrm>
            <a:off x="6623480" y="3358595"/>
            <a:ext cx="1097280" cy="18288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800" dirty="0" smtClean="0"/>
              <a:t>GAM_SCREEN_MENU</a:t>
            </a:r>
            <a:endParaRPr lang="en-US" sz="800" dirty="0"/>
          </a:p>
        </p:txBody>
      </p:sp>
      <p:sp>
        <p:nvSpPr>
          <p:cNvPr id="338" name="Rectangle 337"/>
          <p:cNvSpPr/>
          <p:nvPr/>
        </p:nvSpPr>
        <p:spPr>
          <a:xfrm>
            <a:off x="6575958" y="1249762"/>
            <a:ext cx="118942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 smtClean="0">
                <a:solidFill>
                  <a:schemeClr val="bg1"/>
                </a:solidFill>
              </a:rPr>
              <a:t>ADAPTERS</a:t>
            </a:r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339" name="Rectangle 338"/>
          <p:cNvSpPr/>
          <p:nvPr/>
        </p:nvSpPr>
        <p:spPr>
          <a:xfrm>
            <a:off x="6735210" y="2123017"/>
            <a:ext cx="81285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 smtClean="0">
                <a:solidFill>
                  <a:schemeClr val="bg1"/>
                </a:solidFill>
              </a:rPr>
              <a:t>PORTS</a:t>
            </a:r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340" name="Rectangle 339"/>
          <p:cNvSpPr/>
          <p:nvPr/>
        </p:nvSpPr>
        <p:spPr>
          <a:xfrm>
            <a:off x="6801940" y="2705946"/>
            <a:ext cx="70237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 smtClean="0">
                <a:solidFill>
                  <a:schemeClr val="bg1"/>
                </a:solidFill>
              </a:rPr>
              <a:t>CORE</a:t>
            </a:r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504" name="Rectangle 503"/>
          <p:cNvSpPr/>
          <p:nvPr/>
        </p:nvSpPr>
        <p:spPr>
          <a:xfrm>
            <a:off x="6623480" y="3663395"/>
            <a:ext cx="1097280" cy="18288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800" dirty="0" smtClean="0"/>
              <a:t>GAM_CONFIG</a:t>
            </a:r>
            <a:endParaRPr lang="en-US" sz="800" dirty="0"/>
          </a:p>
        </p:txBody>
      </p:sp>
      <p:cxnSp>
        <p:nvCxnSpPr>
          <p:cNvPr id="510" name="Connecteur droit avec flèche 509"/>
          <p:cNvCxnSpPr>
            <a:stCxn id="30" idx="2"/>
            <a:endCxn id="504" idx="0"/>
          </p:cNvCxnSpPr>
          <p:nvPr/>
        </p:nvCxnSpPr>
        <p:spPr>
          <a:xfrm>
            <a:off x="7172120" y="3541475"/>
            <a:ext cx="0" cy="121920"/>
          </a:xfrm>
          <a:prstGeom prst="straightConnector1">
            <a:avLst/>
          </a:prstGeom>
          <a:ln w="381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13" name="Connecteur droit avec flèche 512"/>
          <p:cNvCxnSpPr>
            <a:stCxn id="30" idx="0"/>
            <a:endCxn id="28" idx="2"/>
          </p:cNvCxnSpPr>
          <p:nvPr/>
        </p:nvCxnSpPr>
        <p:spPr>
          <a:xfrm flipV="1">
            <a:off x="7172120" y="3246200"/>
            <a:ext cx="0" cy="112395"/>
          </a:xfrm>
          <a:prstGeom prst="straightConnector1">
            <a:avLst/>
          </a:prstGeom>
          <a:ln w="381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6" name="Connecteur droit avec flèche 95"/>
          <p:cNvCxnSpPr>
            <a:stCxn id="23" idx="3"/>
            <a:endCxn id="4" idx="3"/>
          </p:cNvCxnSpPr>
          <p:nvPr/>
        </p:nvCxnSpPr>
        <p:spPr>
          <a:xfrm>
            <a:off x="5497341" y="2798329"/>
            <a:ext cx="779634" cy="593239"/>
          </a:xfrm>
          <a:prstGeom prst="straightConnector1">
            <a:avLst/>
          </a:prstGeom>
          <a:ln w="381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32" name="Connecteur droit avec flèche 131"/>
          <p:cNvCxnSpPr>
            <a:stCxn id="37" idx="2"/>
          </p:cNvCxnSpPr>
          <p:nvPr/>
        </p:nvCxnSpPr>
        <p:spPr>
          <a:xfrm>
            <a:off x="5823333" y="1999322"/>
            <a:ext cx="620712" cy="1141162"/>
          </a:xfrm>
          <a:prstGeom prst="straightConnector1">
            <a:avLst/>
          </a:prstGeom>
          <a:ln w="381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36" name="Connecteur droit avec flèche 135"/>
          <p:cNvCxnSpPr>
            <a:stCxn id="16" idx="3"/>
            <a:endCxn id="4" idx="3"/>
          </p:cNvCxnSpPr>
          <p:nvPr/>
        </p:nvCxnSpPr>
        <p:spPr>
          <a:xfrm flipV="1">
            <a:off x="5450435" y="3391568"/>
            <a:ext cx="826540" cy="421477"/>
          </a:xfrm>
          <a:prstGeom prst="straightConnector1">
            <a:avLst/>
          </a:prstGeom>
          <a:ln w="381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22" name="Connecteur droit avec flèche 321"/>
          <p:cNvCxnSpPr>
            <a:stCxn id="1032" idx="2"/>
            <a:endCxn id="208" idx="1"/>
          </p:cNvCxnSpPr>
          <p:nvPr/>
        </p:nvCxnSpPr>
        <p:spPr>
          <a:xfrm>
            <a:off x="542684" y="3611916"/>
            <a:ext cx="1111091" cy="272127"/>
          </a:xfrm>
          <a:prstGeom prst="straightConnector1">
            <a:avLst/>
          </a:prstGeom>
          <a:ln w="381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25" name="Connecteur droit avec flèche 324"/>
          <p:cNvCxnSpPr>
            <a:stCxn id="1032" idx="2"/>
            <a:endCxn id="220" idx="1"/>
          </p:cNvCxnSpPr>
          <p:nvPr/>
        </p:nvCxnSpPr>
        <p:spPr>
          <a:xfrm flipV="1">
            <a:off x="542684" y="747448"/>
            <a:ext cx="1892285" cy="2864468"/>
          </a:xfrm>
          <a:prstGeom prst="straightConnector1">
            <a:avLst/>
          </a:prstGeom>
          <a:ln w="381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28" name="Connecteur droit avec flèche 327"/>
          <p:cNvCxnSpPr>
            <a:stCxn id="1032" idx="2"/>
            <a:endCxn id="230" idx="1"/>
          </p:cNvCxnSpPr>
          <p:nvPr/>
        </p:nvCxnSpPr>
        <p:spPr>
          <a:xfrm flipV="1">
            <a:off x="542684" y="1375301"/>
            <a:ext cx="1651687" cy="2236615"/>
          </a:xfrm>
          <a:prstGeom prst="straightConnector1">
            <a:avLst/>
          </a:prstGeom>
          <a:ln w="381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31" name="Connecteur droit avec flèche 330"/>
          <p:cNvCxnSpPr>
            <a:stCxn id="1032" idx="2"/>
            <a:endCxn id="236" idx="1"/>
          </p:cNvCxnSpPr>
          <p:nvPr/>
        </p:nvCxnSpPr>
        <p:spPr>
          <a:xfrm flipV="1">
            <a:off x="542684" y="2875918"/>
            <a:ext cx="1094842" cy="735998"/>
          </a:xfrm>
          <a:prstGeom prst="straightConnector1">
            <a:avLst/>
          </a:prstGeom>
          <a:ln w="381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34" name="Connecteur droit avec flèche 333"/>
          <p:cNvCxnSpPr>
            <a:stCxn id="1032" idx="2"/>
            <a:endCxn id="207" idx="1"/>
          </p:cNvCxnSpPr>
          <p:nvPr/>
        </p:nvCxnSpPr>
        <p:spPr>
          <a:xfrm flipV="1">
            <a:off x="542684" y="2249039"/>
            <a:ext cx="1278368" cy="1362877"/>
          </a:xfrm>
          <a:prstGeom prst="straightConnector1">
            <a:avLst/>
          </a:prstGeom>
          <a:ln w="381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1032" name="Picture 8" descr="User - Avatar &amp; Emoticons Icons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56921" y="2840391"/>
            <a:ext cx="771525" cy="771525"/>
          </a:xfrm>
          <a:prstGeom prst="rect">
            <a:avLst/>
          </a:prstGeom>
          <a:noFill/>
        </p:spPr>
      </p:pic>
      <p:sp>
        <p:nvSpPr>
          <p:cNvPr id="115" name="Rectangle 114"/>
          <p:cNvSpPr/>
          <p:nvPr/>
        </p:nvSpPr>
        <p:spPr>
          <a:xfrm>
            <a:off x="4719923" y="6259294"/>
            <a:ext cx="4768420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n-US" sz="3200" b="1" dirty="0" smtClean="0">
                <a:ln w="3175" cmpd="sng">
                  <a:solidFill>
                    <a:schemeClr val="tx1"/>
                  </a:solidFill>
                  <a:prstDash val="solid"/>
                  <a:miter lim="800000"/>
                </a:ln>
                <a:latin typeface="Arial" pitchFamily="34" charset="0"/>
                <a:cs typeface="Arial" pitchFamily="34" charset="0"/>
              </a:rPr>
              <a:t>Hexagonal Architecture</a:t>
            </a:r>
            <a:endParaRPr lang="en-US" sz="3200" b="1" dirty="0">
              <a:ln w="3175" cmpd="sng">
                <a:solidFill>
                  <a:schemeClr val="tx1"/>
                </a:solidFill>
                <a:prstDash val="solid"/>
                <a:miter lim="800000"/>
              </a:ln>
              <a:latin typeface="Arial" pitchFamily="34" charset="0"/>
              <a:cs typeface="Arial" pitchFamily="34" charset="0"/>
            </a:endParaRPr>
          </a:p>
        </p:txBody>
      </p:sp>
      <p:sp>
        <p:nvSpPr>
          <p:cNvPr id="208" name="Rounded Rectangle 207"/>
          <p:cNvSpPr/>
          <p:nvPr/>
        </p:nvSpPr>
        <p:spPr>
          <a:xfrm>
            <a:off x="1653775" y="3603527"/>
            <a:ext cx="1600200" cy="561032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 smtClean="0"/>
              <a:t>ANDROID</a:t>
            </a:r>
            <a:endParaRPr lang="en-US" sz="1600" b="1" dirty="0"/>
          </a:p>
        </p:txBody>
      </p:sp>
      <p:sp>
        <p:nvSpPr>
          <p:cNvPr id="220" name="Rounded Rectangle 219"/>
          <p:cNvSpPr/>
          <p:nvPr/>
        </p:nvSpPr>
        <p:spPr>
          <a:xfrm>
            <a:off x="2434969" y="467591"/>
            <a:ext cx="1592393" cy="559714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 smtClean="0"/>
              <a:t>UNITY 6</a:t>
            </a:r>
            <a:endParaRPr lang="en-US" sz="1600" b="1" dirty="0"/>
          </a:p>
        </p:txBody>
      </p:sp>
      <p:sp>
        <p:nvSpPr>
          <p:cNvPr id="230" name="Rounded Rectangle 229"/>
          <p:cNvSpPr/>
          <p:nvPr/>
        </p:nvSpPr>
        <p:spPr>
          <a:xfrm>
            <a:off x="2194371" y="1100981"/>
            <a:ext cx="1600200" cy="548640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 smtClean="0"/>
              <a:t>GODOT 4</a:t>
            </a:r>
            <a:endParaRPr lang="en-US" sz="1600" b="1" dirty="0"/>
          </a:p>
        </p:txBody>
      </p:sp>
      <p:sp>
        <p:nvSpPr>
          <p:cNvPr id="236" name="Rounded Rectangle 235"/>
          <p:cNvSpPr/>
          <p:nvPr/>
        </p:nvSpPr>
        <p:spPr>
          <a:xfrm>
            <a:off x="1637526" y="2601598"/>
            <a:ext cx="1600200" cy="548640"/>
          </a:xfrm>
          <a:prstGeom prst="roundRect">
            <a:avLst/>
          </a:prstGeom>
          <a:solidFill>
            <a:srgbClr val="5B9BD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 smtClean="0"/>
              <a:t>SDL 3</a:t>
            </a:r>
            <a:endParaRPr lang="en-US" sz="1600" b="1" dirty="0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96080" y="2607178"/>
            <a:ext cx="540131" cy="548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/>
        </p:spPr>
      </p:pic>
      <p:pic>
        <p:nvPicPr>
          <p:cNvPr id="246" name="Picture 5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3245931" y="1109398"/>
            <a:ext cx="532840" cy="548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/>
        </p:spPr>
      </p:pic>
      <p:pic>
        <p:nvPicPr>
          <p:cNvPr id="247" name="Picture 3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3480444" y="473148"/>
            <a:ext cx="546918" cy="548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/>
        </p:spPr>
      </p:pic>
      <p:cxnSp>
        <p:nvCxnSpPr>
          <p:cNvPr id="248" name="Connecteur droit avec flèche 327"/>
          <p:cNvCxnSpPr>
            <a:stCxn id="230" idx="3"/>
            <a:endCxn id="37" idx="1"/>
          </p:cNvCxnSpPr>
          <p:nvPr/>
        </p:nvCxnSpPr>
        <p:spPr>
          <a:xfrm>
            <a:off x="3794571" y="1375301"/>
            <a:ext cx="1708722" cy="304551"/>
          </a:xfrm>
          <a:prstGeom prst="straightConnector1">
            <a:avLst/>
          </a:prstGeom>
          <a:ln w="381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52" name="Connecteur droit avec flèche 327"/>
          <p:cNvCxnSpPr>
            <a:stCxn id="220" idx="3"/>
            <a:endCxn id="37" idx="1"/>
          </p:cNvCxnSpPr>
          <p:nvPr/>
        </p:nvCxnSpPr>
        <p:spPr>
          <a:xfrm>
            <a:off x="4027362" y="747448"/>
            <a:ext cx="1475931" cy="932404"/>
          </a:xfrm>
          <a:prstGeom prst="straightConnector1">
            <a:avLst/>
          </a:prstGeom>
          <a:ln w="381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53" name="Connecteur droit avec flèche 327"/>
          <p:cNvCxnSpPr>
            <a:stCxn id="207" idx="3"/>
            <a:endCxn id="23" idx="1"/>
          </p:cNvCxnSpPr>
          <p:nvPr/>
        </p:nvCxnSpPr>
        <p:spPr>
          <a:xfrm>
            <a:off x="3421252" y="2249039"/>
            <a:ext cx="1436009" cy="549290"/>
          </a:xfrm>
          <a:prstGeom prst="straightConnector1">
            <a:avLst/>
          </a:prstGeom>
          <a:ln w="381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54" name="Connecteur droit avec flèche 327"/>
          <p:cNvCxnSpPr>
            <a:stCxn id="236" idx="3"/>
            <a:endCxn id="23" idx="1"/>
          </p:cNvCxnSpPr>
          <p:nvPr/>
        </p:nvCxnSpPr>
        <p:spPr>
          <a:xfrm flipV="1">
            <a:off x="3237726" y="2798329"/>
            <a:ext cx="1619535" cy="77589"/>
          </a:xfrm>
          <a:prstGeom prst="straightConnector1">
            <a:avLst/>
          </a:prstGeom>
          <a:ln w="381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61" name="Connecteur droit avec flèche 327"/>
          <p:cNvCxnSpPr>
            <a:stCxn id="208" idx="3"/>
            <a:endCxn id="16" idx="1"/>
          </p:cNvCxnSpPr>
          <p:nvPr/>
        </p:nvCxnSpPr>
        <p:spPr>
          <a:xfrm flipV="1">
            <a:off x="3253975" y="3813045"/>
            <a:ext cx="1599257" cy="70998"/>
          </a:xfrm>
          <a:prstGeom prst="straightConnector1">
            <a:avLst/>
          </a:prstGeom>
          <a:ln w="381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3" name="Picture 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40177" y="3611916"/>
            <a:ext cx="545723" cy="548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/>
        </p:spPr>
      </p:pic>
      <p:pic>
        <p:nvPicPr>
          <p:cNvPr id="16" name="Picture 15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53232" y="3493005"/>
            <a:ext cx="597203" cy="64008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/>
        </p:spPr>
      </p:pic>
      <p:pic>
        <p:nvPicPr>
          <p:cNvPr id="22" name="Picture 21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431383" y="4669927"/>
            <a:ext cx="640080" cy="64133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/>
        </p:spPr>
      </p:pic>
      <p:pic>
        <p:nvPicPr>
          <p:cNvPr id="23" name="Picture 22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857261" y="2479410"/>
            <a:ext cx="640080" cy="637838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/>
        </p:spPr>
      </p:pic>
      <p:pic>
        <p:nvPicPr>
          <p:cNvPr id="37" name="Picture 36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503293" y="1360381"/>
            <a:ext cx="640080" cy="63894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/>
        </p:spPr>
      </p:pic>
      <p:sp>
        <p:nvSpPr>
          <p:cNvPr id="171" name="Rounded Rectangle 170"/>
          <p:cNvSpPr/>
          <p:nvPr/>
        </p:nvSpPr>
        <p:spPr>
          <a:xfrm>
            <a:off x="2032002" y="5005381"/>
            <a:ext cx="1600200" cy="548640"/>
          </a:xfrm>
          <a:prstGeom prst="roundRect">
            <a:avLst/>
          </a:prstGeom>
          <a:solidFill>
            <a:srgbClr val="5B9BD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 smtClean="0"/>
              <a:t>ANGULAR</a:t>
            </a:r>
            <a:endParaRPr lang="en-US" sz="1600" b="1" dirty="0" smtClean="0"/>
          </a:p>
        </p:txBody>
      </p:sp>
      <p:cxnSp>
        <p:nvCxnSpPr>
          <p:cNvPr id="176" name="Connecteur droit avec flèche 327"/>
          <p:cNvCxnSpPr>
            <a:stCxn id="171" idx="3"/>
            <a:endCxn id="22" idx="1"/>
          </p:cNvCxnSpPr>
          <p:nvPr/>
        </p:nvCxnSpPr>
        <p:spPr>
          <a:xfrm flipV="1">
            <a:off x="3632202" y="4990593"/>
            <a:ext cx="1799181" cy="289108"/>
          </a:xfrm>
          <a:prstGeom prst="straightConnector1">
            <a:avLst/>
          </a:prstGeom>
          <a:ln w="381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79" name="Connecteur droit avec flèche 327"/>
          <p:cNvCxnSpPr>
            <a:stCxn id="174" idx="3"/>
            <a:endCxn id="22" idx="1"/>
          </p:cNvCxnSpPr>
          <p:nvPr/>
        </p:nvCxnSpPr>
        <p:spPr>
          <a:xfrm flipV="1">
            <a:off x="3891784" y="4990593"/>
            <a:ext cx="1539599" cy="937077"/>
          </a:xfrm>
          <a:prstGeom prst="straightConnector1">
            <a:avLst/>
          </a:prstGeom>
          <a:ln w="381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82" name="Connecteur droit avec flèche 95"/>
          <p:cNvCxnSpPr>
            <a:stCxn id="22" idx="0"/>
          </p:cNvCxnSpPr>
          <p:nvPr/>
        </p:nvCxnSpPr>
        <p:spPr>
          <a:xfrm flipV="1">
            <a:off x="5751423" y="3799244"/>
            <a:ext cx="692622" cy="870683"/>
          </a:xfrm>
          <a:prstGeom prst="straightConnector1">
            <a:avLst/>
          </a:prstGeom>
          <a:ln w="381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07" name="Rounded Rectangle 206"/>
          <p:cNvSpPr/>
          <p:nvPr/>
        </p:nvSpPr>
        <p:spPr>
          <a:xfrm>
            <a:off x="1821052" y="1974719"/>
            <a:ext cx="1600200" cy="548640"/>
          </a:xfrm>
          <a:prstGeom prst="roundRect">
            <a:avLst/>
          </a:prstGeom>
          <a:solidFill>
            <a:srgbClr val="5B9BD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 smtClean="0"/>
              <a:t>RAYLIB 5</a:t>
            </a:r>
            <a:endParaRPr lang="en-US" sz="1600" b="1" dirty="0" smtClean="0"/>
          </a:p>
        </p:txBody>
      </p:sp>
      <p:pic>
        <p:nvPicPr>
          <p:cNvPr id="203" name="Picture 8"/>
          <p:cNvPicPr>
            <a:picLocks noChangeAspect="1" noChangeArrowheads="1"/>
          </p:cNvPicPr>
          <p:nvPr/>
        </p:nvPicPr>
        <p:blipFill>
          <a:blip r:embed="rId11" cstate="print"/>
          <a:srcRect/>
          <a:stretch>
            <a:fillRect/>
          </a:stretch>
        </p:blipFill>
        <p:spPr bwMode="auto">
          <a:xfrm>
            <a:off x="2879605" y="1977523"/>
            <a:ext cx="537210" cy="548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/>
        </p:spPr>
      </p:pic>
      <p:sp>
        <p:nvSpPr>
          <p:cNvPr id="317" name="Rounded Rectangle 316"/>
          <p:cNvSpPr/>
          <p:nvPr/>
        </p:nvSpPr>
        <p:spPr>
          <a:xfrm>
            <a:off x="1849293" y="4241176"/>
            <a:ext cx="1600200" cy="548640"/>
          </a:xfrm>
          <a:prstGeom prst="roundRect">
            <a:avLst/>
          </a:prstGeom>
          <a:solidFill>
            <a:srgbClr val="5B9BD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 smtClean="0"/>
              <a:t>IOS</a:t>
            </a:r>
            <a:endParaRPr lang="en-US" sz="1600" b="1" dirty="0" smtClean="0"/>
          </a:p>
        </p:txBody>
      </p:sp>
      <p:cxnSp>
        <p:nvCxnSpPr>
          <p:cNvPr id="350" name="Connecteur droit avec flèche 321"/>
          <p:cNvCxnSpPr>
            <a:stCxn id="1032" idx="2"/>
            <a:endCxn id="317" idx="1"/>
          </p:cNvCxnSpPr>
          <p:nvPr/>
        </p:nvCxnSpPr>
        <p:spPr>
          <a:xfrm>
            <a:off x="542684" y="3611916"/>
            <a:ext cx="1306609" cy="903580"/>
          </a:xfrm>
          <a:prstGeom prst="straightConnector1">
            <a:avLst/>
          </a:prstGeom>
          <a:ln w="381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53" name="Connecteur droit avec flèche 321"/>
          <p:cNvCxnSpPr>
            <a:stCxn id="1032" idx="2"/>
            <a:endCxn id="171" idx="1"/>
          </p:cNvCxnSpPr>
          <p:nvPr/>
        </p:nvCxnSpPr>
        <p:spPr>
          <a:xfrm>
            <a:off x="542684" y="3611916"/>
            <a:ext cx="1489318" cy="1667785"/>
          </a:xfrm>
          <a:prstGeom prst="straightConnector1">
            <a:avLst/>
          </a:prstGeom>
          <a:ln w="381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56" name="Connecteur droit avec flèche 321"/>
          <p:cNvCxnSpPr>
            <a:stCxn id="1032" idx="2"/>
            <a:endCxn id="174" idx="1"/>
          </p:cNvCxnSpPr>
          <p:nvPr/>
        </p:nvCxnSpPr>
        <p:spPr>
          <a:xfrm>
            <a:off x="542684" y="3611916"/>
            <a:ext cx="1748900" cy="2315754"/>
          </a:xfrm>
          <a:prstGeom prst="straightConnector1">
            <a:avLst/>
          </a:prstGeom>
          <a:ln w="381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74" name="Rounded Rectangle 173"/>
          <p:cNvSpPr/>
          <p:nvPr/>
        </p:nvSpPr>
        <p:spPr>
          <a:xfrm>
            <a:off x="2291584" y="5653350"/>
            <a:ext cx="1600200" cy="548640"/>
          </a:xfrm>
          <a:prstGeom prst="roundRect">
            <a:avLst/>
          </a:prstGeom>
          <a:solidFill>
            <a:srgbClr val="5B9BD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 smtClean="0"/>
              <a:t>REACT JS</a:t>
            </a:r>
            <a:endParaRPr lang="en-US" sz="1600" b="1" dirty="0"/>
          </a:p>
        </p:txBody>
      </p:sp>
      <p:sp>
        <p:nvSpPr>
          <p:cNvPr id="420" name="Hexagone 276"/>
          <p:cNvSpPr/>
          <p:nvPr/>
        </p:nvSpPr>
        <p:spPr>
          <a:xfrm>
            <a:off x="10803718" y="3565325"/>
            <a:ext cx="1280160" cy="1188720"/>
          </a:xfrm>
          <a:prstGeom prst="hexagon">
            <a:avLst/>
          </a:prstGeom>
          <a:solidFill>
            <a:schemeClr val="accent1"/>
          </a:solidFill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400" b="1" dirty="0" smtClean="0"/>
              <a:t>CONFIG</a:t>
            </a:r>
            <a:endParaRPr lang="en-US" b="1" dirty="0"/>
          </a:p>
        </p:txBody>
      </p:sp>
      <p:pic>
        <p:nvPicPr>
          <p:cNvPr id="421" name="Picture 4" descr="File - Free files and folders icons"/>
          <p:cNvPicPr>
            <a:picLocks noChangeAspect="1" noChangeArrowheads="1"/>
          </p:cNvPicPr>
          <p:nvPr/>
        </p:nvPicPr>
        <p:blipFill>
          <a:blip r:embed="rId12" cstate="print"/>
          <a:srcRect/>
          <a:stretch>
            <a:fillRect/>
          </a:stretch>
        </p:blipFill>
        <p:spPr bwMode="auto">
          <a:xfrm>
            <a:off x="11271362" y="4283320"/>
            <a:ext cx="393678" cy="393678"/>
          </a:xfrm>
          <a:prstGeom prst="rect">
            <a:avLst/>
          </a:prstGeom>
          <a:noFill/>
        </p:spPr>
      </p:pic>
      <p:pic>
        <p:nvPicPr>
          <p:cNvPr id="260" name="Picture 259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271685" y="5656936"/>
            <a:ext cx="617194" cy="54505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/>
        </p:spPr>
      </p:pic>
      <p:pic>
        <p:nvPicPr>
          <p:cNvPr id="262" name="Picture 261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078725" y="5006249"/>
            <a:ext cx="560130" cy="548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/>
        </p:spPr>
      </p:pic>
      <p:pic>
        <p:nvPicPr>
          <p:cNvPr id="263" name="Picture 262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2911131" y="4251697"/>
            <a:ext cx="534998" cy="53812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/>
        </p:spPr>
      </p:pic>
      <p:sp>
        <p:nvSpPr>
          <p:cNvPr id="576" name="Hexagone 276"/>
          <p:cNvSpPr/>
          <p:nvPr/>
        </p:nvSpPr>
        <p:spPr>
          <a:xfrm>
            <a:off x="9747792" y="4615868"/>
            <a:ext cx="1280160" cy="1188720"/>
          </a:xfrm>
          <a:prstGeom prst="hexagon">
            <a:avLst/>
          </a:prstGeom>
          <a:solidFill>
            <a:schemeClr val="accent1"/>
          </a:solidFill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400" b="1" dirty="0" smtClean="0"/>
              <a:t>SAVE</a:t>
            </a:r>
            <a:endParaRPr lang="en-US" b="1" dirty="0"/>
          </a:p>
        </p:txBody>
      </p:sp>
      <p:pic>
        <p:nvPicPr>
          <p:cNvPr id="577" name="Picture 4" descr="File - Free files and folders icons"/>
          <p:cNvPicPr>
            <a:picLocks noChangeAspect="1" noChangeArrowheads="1"/>
          </p:cNvPicPr>
          <p:nvPr/>
        </p:nvPicPr>
        <p:blipFill>
          <a:blip r:embed="rId12" cstate="print"/>
          <a:srcRect/>
          <a:stretch>
            <a:fillRect/>
          </a:stretch>
        </p:blipFill>
        <p:spPr bwMode="auto">
          <a:xfrm>
            <a:off x="10215436" y="5333863"/>
            <a:ext cx="393678" cy="393678"/>
          </a:xfrm>
          <a:prstGeom prst="rect">
            <a:avLst/>
          </a:prstGeom>
          <a:noFill/>
        </p:spPr>
      </p:pic>
      <p:cxnSp>
        <p:nvCxnSpPr>
          <p:cNvPr id="578" name="Connecteur droit avec flèche 407"/>
          <p:cNvCxnSpPr>
            <a:endCxn id="577" idx="1"/>
          </p:cNvCxnSpPr>
          <p:nvPr/>
        </p:nvCxnSpPr>
        <p:spPr>
          <a:xfrm>
            <a:off x="7746975" y="3954106"/>
            <a:ext cx="2468461" cy="1576596"/>
          </a:xfrm>
          <a:prstGeom prst="straightConnector1">
            <a:avLst/>
          </a:prstGeom>
          <a:ln w="381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08" name="Connecteur droit avec flèche 407"/>
          <p:cNvCxnSpPr>
            <a:endCxn id="421" idx="1"/>
          </p:cNvCxnSpPr>
          <p:nvPr/>
        </p:nvCxnSpPr>
        <p:spPr>
          <a:xfrm>
            <a:off x="7925446" y="3688115"/>
            <a:ext cx="3345916" cy="792044"/>
          </a:xfrm>
          <a:prstGeom prst="straightConnector1">
            <a:avLst/>
          </a:prstGeom>
          <a:ln w="381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79" name="Hexagone 276"/>
          <p:cNvSpPr/>
          <p:nvPr/>
        </p:nvSpPr>
        <p:spPr>
          <a:xfrm>
            <a:off x="9308020" y="422758"/>
            <a:ext cx="2900209" cy="2356980"/>
          </a:xfrm>
          <a:prstGeom prst="hexagon">
            <a:avLst/>
          </a:prstGeom>
          <a:solidFill>
            <a:schemeClr val="accent1"/>
          </a:solidFill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400" b="1" dirty="0" smtClean="0"/>
              <a:t>ASSETS</a:t>
            </a:r>
            <a:endParaRPr lang="en-US" b="1" dirty="0"/>
          </a:p>
        </p:txBody>
      </p:sp>
      <p:sp>
        <p:nvSpPr>
          <p:cNvPr id="359" name="Hexagone 276"/>
          <p:cNvSpPr/>
          <p:nvPr/>
        </p:nvSpPr>
        <p:spPr>
          <a:xfrm>
            <a:off x="9499778" y="1149925"/>
            <a:ext cx="1257307" cy="917367"/>
          </a:xfrm>
          <a:prstGeom prst="hexagon">
            <a:avLst/>
          </a:prstGeom>
          <a:solidFill>
            <a:schemeClr val="accent1"/>
          </a:solidFill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400" b="1" dirty="0" smtClean="0"/>
              <a:t>DESKTOP</a:t>
            </a:r>
            <a:endParaRPr lang="en-US" b="1" dirty="0"/>
          </a:p>
        </p:txBody>
      </p:sp>
      <p:pic>
        <p:nvPicPr>
          <p:cNvPr id="363" name="Picture 4" descr="File - Free files and folders icons"/>
          <p:cNvPicPr>
            <a:picLocks noChangeAspect="1" noChangeArrowheads="1"/>
          </p:cNvPicPr>
          <p:nvPr/>
        </p:nvPicPr>
        <p:blipFill>
          <a:blip r:embed="rId12" cstate="print"/>
          <a:srcRect/>
          <a:stretch>
            <a:fillRect/>
          </a:stretch>
        </p:blipFill>
        <p:spPr bwMode="auto">
          <a:xfrm>
            <a:off x="9951467" y="1577576"/>
            <a:ext cx="393678" cy="393678"/>
          </a:xfrm>
          <a:prstGeom prst="rect">
            <a:avLst/>
          </a:prstGeom>
          <a:noFill/>
        </p:spPr>
      </p:pic>
      <p:sp>
        <p:nvSpPr>
          <p:cNvPr id="365" name="Hexagone 276"/>
          <p:cNvSpPr/>
          <p:nvPr/>
        </p:nvSpPr>
        <p:spPr>
          <a:xfrm>
            <a:off x="10645230" y="1583759"/>
            <a:ext cx="1129766" cy="904936"/>
          </a:xfrm>
          <a:prstGeom prst="hexagon">
            <a:avLst/>
          </a:prstGeom>
          <a:solidFill>
            <a:schemeClr val="accent1"/>
          </a:solidFill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400" b="1" dirty="0" smtClean="0"/>
              <a:t>MOBILE</a:t>
            </a:r>
            <a:endParaRPr lang="en-US" b="1" dirty="0"/>
          </a:p>
        </p:txBody>
      </p:sp>
      <p:pic>
        <p:nvPicPr>
          <p:cNvPr id="366" name="Picture 4" descr="File - Free files and folders icons"/>
          <p:cNvPicPr>
            <a:picLocks noChangeAspect="1" noChangeArrowheads="1"/>
          </p:cNvPicPr>
          <p:nvPr/>
        </p:nvPicPr>
        <p:blipFill>
          <a:blip r:embed="rId12" cstate="print"/>
          <a:srcRect/>
          <a:stretch>
            <a:fillRect/>
          </a:stretch>
        </p:blipFill>
        <p:spPr bwMode="auto">
          <a:xfrm>
            <a:off x="11017312" y="2039082"/>
            <a:ext cx="393678" cy="393678"/>
          </a:xfrm>
          <a:prstGeom prst="rect">
            <a:avLst/>
          </a:prstGeom>
          <a:noFill/>
        </p:spPr>
      </p:pic>
      <p:cxnSp>
        <p:nvCxnSpPr>
          <p:cNvPr id="369" name="Connecteur droit avec flèche 363"/>
          <p:cNvCxnSpPr>
            <a:endCxn id="366" idx="1"/>
          </p:cNvCxnSpPr>
          <p:nvPr/>
        </p:nvCxnSpPr>
        <p:spPr>
          <a:xfrm flipV="1">
            <a:off x="7966125" y="2235921"/>
            <a:ext cx="3051187" cy="999140"/>
          </a:xfrm>
          <a:prstGeom prst="straightConnector1">
            <a:avLst/>
          </a:prstGeom>
          <a:ln w="381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67" name="Connecteur droit avec flèche 363"/>
          <p:cNvCxnSpPr>
            <a:endCxn id="363" idx="1"/>
          </p:cNvCxnSpPr>
          <p:nvPr/>
        </p:nvCxnSpPr>
        <p:spPr>
          <a:xfrm flipV="1">
            <a:off x="7765386" y="1774415"/>
            <a:ext cx="2186081" cy="1147000"/>
          </a:xfrm>
          <a:prstGeom prst="straightConnector1">
            <a:avLst/>
          </a:prstGeom>
          <a:ln w="381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9" name="Straight Connector 28"/>
          <p:cNvCxnSpPr/>
          <p:nvPr/>
        </p:nvCxnSpPr>
        <p:spPr>
          <a:xfrm rot="5400000" flipH="1" flipV="1">
            <a:off x="4171186" y="4243038"/>
            <a:ext cx="360560" cy="8193"/>
          </a:xfrm>
          <a:prstGeom prst="line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Straight Connector 39"/>
          <p:cNvCxnSpPr/>
          <p:nvPr/>
        </p:nvCxnSpPr>
        <p:spPr>
          <a:xfrm rot="16200000" flipV="1">
            <a:off x="5755323" y="4247470"/>
            <a:ext cx="371040" cy="10966"/>
          </a:xfrm>
          <a:prstGeom prst="line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Connector 28"/>
          <p:cNvCxnSpPr/>
          <p:nvPr/>
        </p:nvCxnSpPr>
        <p:spPr>
          <a:xfrm rot="5400000" flipH="1" flipV="1">
            <a:off x="9126247" y="4296583"/>
            <a:ext cx="360560" cy="8193"/>
          </a:xfrm>
          <a:prstGeom prst="line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Straight Connector 28"/>
          <p:cNvCxnSpPr/>
          <p:nvPr/>
        </p:nvCxnSpPr>
        <p:spPr>
          <a:xfrm rot="5400000" flipH="1" flipV="1">
            <a:off x="2420644" y="4296584"/>
            <a:ext cx="360560" cy="8193"/>
          </a:xfrm>
          <a:prstGeom prst="line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Straight Connector 28"/>
          <p:cNvCxnSpPr/>
          <p:nvPr/>
        </p:nvCxnSpPr>
        <p:spPr>
          <a:xfrm rot="5400000" flipH="1" flipV="1">
            <a:off x="10847955" y="4263633"/>
            <a:ext cx="360560" cy="8193"/>
          </a:xfrm>
          <a:prstGeom prst="line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Straight Connector 28"/>
          <p:cNvCxnSpPr/>
          <p:nvPr/>
        </p:nvCxnSpPr>
        <p:spPr>
          <a:xfrm rot="5400000" flipH="1" flipV="1">
            <a:off x="7462201" y="4280107"/>
            <a:ext cx="360560" cy="8193"/>
          </a:xfrm>
          <a:prstGeom prst="line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422497" y="1578923"/>
            <a:ext cx="11247120" cy="1197228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dirty="0" smtClean="0">
                <a:solidFill>
                  <a:schemeClr val="bg1">
                    <a:lumMod val="65000"/>
                  </a:schemeClr>
                </a:solidFill>
              </a:rPr>
              <a:t>/platform</a:t>
            </a:r>
            <a:endParaRPr lang="en-US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422497" y="487637"/>
            <a:ext cx="11247120" cy="1097280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dirty="0" smtClean="0">
                <a:solidFill>
                  <a:schemeClr val="bg1">
                    <a:lumMod val="65000"/>
                  </a:schemeClr>
                </a:solidFill>
              </a:rPr>
              <a:t>/standalone</a:t>
            </a:r>
            <a:endParaRPr lang="en-US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397096" y="5182342"/>
            <a:ext cx="11242281" cy="937027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mtClean="0">
                <a:solidFill>
                  <a:schemeClr val="bg1">
                    <a:lumMod val="65000"/>
                  </a:schemeClr>
                </a:solidFill>
              </a:rPr>
              <a:t>(editors)</a:t>
            </a:r>
            <a:endParaRPr lang="en-US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1793775" y="649922"/>
            <a:ext cx="1371600" cy="732910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multiengine-unreal.exe</a:t>
            </a:r>
            <a:endParaRPr lang="en-US" sz="1600" dirty="0"/>
          </a:p>
        </p:txBody>
      </p:sp>
      <p:sp>
        <p:nvSpPr>
          <p:cNvPr id="15" name="Rectangle 14"/>
          <p:cNvSpPr/>
          <p:nvPr/>
        </p:nvSpPr>
        <p:spPr>
          <a:xfrm>
            <a:off x="1779373" y="1762314"/>
            <a:ext cx="9728886" cy="73152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/>
              <a:t>MYGAME_</a:t>
            </a:r>
            <a:br>
              <a:rPr lang="en-US" sz="1400" dirty="0" smtClean="0"/>
            </a:br>
            <a:r>
              <a:rPr lang="en-US" sz="1400" dirty="0" smtClean="0"/>
              <a:t>*.cpp</a:t>
            </a:r>
            <a:endParaRPr lang="en-US" sz="1400" dirty="0"/>
          </a:p>
        </p:txBody>
      </p:sp>
      <p:sp>
        <p:nvSpPr>
          <p:cNvPr id="25" name="Rectangle 24"/>
          <p:cNvSpPr/>
          <p:nvPr/>
        </p:nvSpPr>
        <p:spPr>
          <a:xfrm>
            <a:off x="403654" y="2775436"/>
            <a:ext cx="11265964" cy="956305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dirty="0" smtClean="0">
                <a:solidFill>
                  <a:schemeClr val="bg1">
                    <a:lumMod val="65000"/>
                  </a:schemeClr>
                </a:solidFill>
              </a:rPr>
              <a:t>/lib/**</a:t>
            </a:r>
            <a:endParaRPr lang="en-US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3358347" y="6160653"/>
            <a:ext cx="52868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 smtClean="0"/>
              <a:t>Components Diagram</a:t>
            </a:r>
            <a:endParaRPr lang="en-US" b="1" dirty="0"/>
          </a:p>
        </p:txBody>
      </p:sp>
      <p:cxnSp>
        <p:nvCxnSpPr>
          <p:cNvPr id="29" name="Straight Connector 28"/>
          <p:cNvCxnSpPr/>
          <p:nvPr/>
        </p:nvCxnSpPr>
        <p:spPr>
          <a:xfrm rot="5400000" flipH="1" flipV="1">
            <a:off x="3606894" y="1534848"/>
            <a:ext cx="360560" cy="8193"/>
          </a:xfrm>
          <a:prstGeom prst="line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/>
          <p:cNvCxnSpPr>
            <a:stCxn id="51" idx="0"/>
            <a:endCxn id="52" idx="2"/>
          </p:cNvCxnSpPr>
          <p:nvPr/>
        </p:nvCxnSpPr>
        <p:spPr>
          <a:xfrm rot="16200000" flipV="1">
            <a:off x="10035931" y="2154934"/>
            <a:ext cx="1582384" cy="38179"/>
          </a:xfrm>
          <a:prstGeom prst="line">
            <a:avLst/>
          </a:prstGeom>
          <a:ln w="76200">
            <a:headEnd type="triangle" w="med" len="med"/>
            <a:tailEnd type="none" w="med" len="med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sp>
        <p:nvSpPr>
          <p:cNvPr id="41" name="Rectangle 40"/>
          <p:cNvSpPr/>
          <p:nvPr/>
        </p:nvSpPr>
        <p:spPr>
          <a:xfrm>
            <a:off x="422497" y="3737357"/>
            <a:ext cx="11247120" cy="1149740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dirty="0" smtClean="0">
                <a:solidFill>
                  <a:schemeClr val="bg1">
                    <a:lumMod val="65000"/>
                  </a:schemeClr>
                </a:solidFill>
              </a:rPr>
              <a:t>/assets</a:t>
            </a:r>
            <a:endParaRPr lang="en-US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425618" y="6203003"/>
            <a:ext cx="182880" cy="18288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6" name="Rectangle 25"/>
          <p:cNvSpPr/>
          <p:nvPr/>
        </p:nvSpPr>
        <p:spPr>
          <a:xfrm>
            <a:off x="420627" y="6462633"/>
            <a:ext cx="182880" cy="18288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7" name="TextBox 26"/>
          <p:cNvSpPr txBox="1"/>
          <p:nvPr/>
        </p:nvSpPr>
        <p:spPr>
          <a:xfrm>
            <a:off x="581888" y="6074745"/>
            <a:ext cx="431098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1200" dirty="0" smtClean="0"/>
              <a:t>: source</a:t>
            </a:r>
          </a:p>
          <a:p>
            <a:pPr>
              <a:lnSpc>
                <a:spcPct val="150000"/>
              </a:lnSpc>
            </a:pPr>
            <a:r>
              <a:rPr lang="en-US" sz="1200" dirty="0" smtClean="0"/>
              <a:t>: build	           : runtime</a:t>
            </a:r>
            <a:endParaRPr lang="en-US" sz="1200" dirty="0"/>
          </a:p>
        </p:txBody>
      </p:sp>
      <p:sp>
        <p:nvSpPr>
          <p:cNvPr id="33" name="Rectangle 32"/>
          <p:cNvSpPr/>
          <p:nvPr/>
        </p:nvSpPr>
        <p:spPr>
          <a:xfrm>
            <a:off x="1695798" y="6458713"/>
            <a:ext cx="182880" cy="182880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40" name="Straight Connector 39"/>
          <p:cNvCxnSpPr/>
          <p:nvPr/>
        </p:nvCxnSpPr>
        <p:spPr>
          <a:xfrm rot="16200000" flipV="1">
            <a:off x="5298125" y="1539280"/>
            <a:ext cx="371040" cy="10966"/>
          </a:xfrm>
          <a:prstGeom prst="line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3459467" y="649922"/>
            <a:ext cx="1371600" cy="732910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multiengine-unity.exe</a:t>
            </a:r>
            <a:endParaRPr lang="en-US" sz="1600" dirty="0"/>
          </a:p>
        </p:txBody>
      </p:sp>
      <p:sp>
        <p:nvSpPr>
          <p:cNvPr id="43" name="Rectangle 42"/>
          <p:cNvSpPr/>
          <p:nvPr/>
        </p:nvSpPr>
        <p:spPr>
          <a:xfrm>
            <a:off x="8456543" y="649922"/>
            <a:ext cx="1371600" cy="732910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multiengine-raylib.exe</a:t>
            </a:r>
            <a:endParaRPr lang="en-US" sz="1600" dirty="0"/>
          </a:p>
        </p:txBody>
      </p:sp>
      <p:sp>
        <p:nvSpPr>
          <p:cNvPr id="44" name="Rectangle 43"/>
          <p:cNvSpPr/>
          <p:nvPr/>
        </p:nvSpPr>
        <p:spPr>
          <a:xfrm>
            <a:off x="5125159" y="649922"/>
            <a:ext cx="1371600" cy="732910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multiengine-godot.exe</a:t>
            </a:r>
            <a:endParaRPr lang="en-US" sz="1600" dirty="0"/>
          </a:p>
        </p:txBody>
      </p:sp>
      <p:sp>
        <p:nvSpPr>
          <p:cNvPr id="46" name="Rectangle 45"/>
          <p:cNvSpPr/>
          <p:nvPr/>
        </p:nvSpPr>
        <p:spPr>
          <a:xfrm>
            <a:off x="6790851" y="649922"/>
            <a:ext cx="1371600" cy="732910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multiengine-defold.exe</a:t>
            </a:r>
            <a:endParaRPr lang="en-US" sz="1600" dirty="0"/>
          </a:p>
        </p:txBody>
      </p:sp>
      <p:sp>
        <p:nvSpPr>
          <p:cNvPr id="52" name="Rectangle 51"/>
          <p:cNvSpPr/>
          <p:nvPr/>
        </p:nvSpPr>
        <p:spPr>
          <a:xfrm>
            <a:off x="10122233" y="649922"/>
            <a:ext cx="1371600" cy="732910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multiengine-theforge.exe</a:t>
            </a:r>
            <a:endParaRPr lang="en-US" sz="1600" dirty="0"/>
          </a:p>
        </p:txBody>
      </p:sp>
      <p:cxnSp>
        <p:nvCxnSpPr>
          <p:cNvPr id="60" name="Straight Connector 29"/>
          <p:cNvCxnSpPr>
            <a:stCxn id="17" idx="0"/>
            <a:endCxn id="43" idx="2"/>
          </p:cNvCxnSpPr>
          <p:nvPr/>
        </p:nvCxnSpPr>
        <p:spPr>
          <a:xfrm rot="16200000" flipV="1">
            <a:off x="8370504" y="2154671"/>
            <a:ext cx="1578268" cy="34589"/>
          </a:xfrm>
          <a:prstGeom prst="line">
            <a:avLst/>
          </a:prstGeom>
          <a:ln w="76200">
            <a:headEnd type="triangle" w="med" len="med"/>
            <a:tailEnd type="none" w="med" len="med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61" name="Straight Connector 29"/>
          <p:cNvCxnSpPr>
            <a:stCxn id="50" idx="0"/>
            <a:endCxn id="46" idx="2"/>
          </p:cNvCxnSpPr>
          <p:nvPr/>
        </p:nvCxnSpPr>
        <p:spPr>
          <a:xfrm rot="16200000" flipV="1">
            <a:off x="5495006" y="3364477"/>
            <a:ext cx="3974130" cy="10840"/>
          </a:xfrm>
          <a:prstGeom prst="line">
            <a:avLst/>
          </a:prstGeom>
          <a:ln w="76200">
            <a:headEnd type="triangle" w="med" len="med"/>
            <a:tailEnd type="none" w="med" len="med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64" name="Straight Connector 29"/>
          <p:cNvCxnSpPr>
            <a:stCxn id="49" idx="0"/>
            <a:endCxn id="44" idx="2"/>
          </p:cNvCxnSpPr>
          <p:nvPr/>
        </p:nvCxnSpPr>
        <p:spPr>
          <a:xfrm rot="5400000" flipH="1" flipV="1">
            <a:off x="3819842" y="3365845"/>
            <a:ext cx="3974130" cy="8104"/>
          </a:xfrm>
          <a:prstGeom prst="line">
            <a:avLst/>
          </a:prstGeom>
          <a:ln w="76200">
            <a:headEnd type="triangle" w="med" len="med"/>
            <a:tailEnd type="none" w="med" len="med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67" name="Straight Connector 29"/>
          <p:cNvCxnSpPr>
            <a:stCxn id="48" idx="0"/>
            <a:endCxn id="31" idx="2"/>
          </p:cNvCxnSpPr>
          <p:nvPr/>
        </p:nvCxnSpPr>
        <p:spPr>
          <a:xfrm rot="5400000" flipH="1" flipV="1">
            <a:off x="2136439" y="3348135"/>
            <a:ext cx="3974130" cy="43525"/>
          </a:xfrm>
          <a:prstGeom prst="line">
            <a:avLst/>
          </a:prstGeom>
          <a:ln w="76200">
            <a:headEnd type="triangle" w="med" len="med"/>
            <a:tailEnd type="none" w="med" len="med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70" name="Straight Connector 29"/>
          <p:cNvCxnSpPr>
            <a:stCxn id="47" idx="0"/>
            <a:endCxn id="7" idx="2"/>
          </p:cNvCxnSpPr>
          <p:nvPr/>
        </p:nvCxnSpPr>
        <p:spPr>
          <a:xfrm rot="5400000" flipH="1" flipV="1">
            <a:off x="477751" y="3355138"/>
            <a:ext cx="3974130" cy="29518"/>
          </a:xfrm>
          <a:prstGeom prst="line">
            <a:avLst/>
          </a:prstGeom>
          <a:ln w="76200">
            <a:headEnd type="triangle" w="med" len="med"/>
            <a:tailEnd type="none" w="med" len="med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83" name="Straight Connector 28"/>
          <p:cNvCxnSpPr/>
          <p:nvPr/>
        </p:nvCxnSpPr>
        <p:spPr>
          <a:xfrm rot="5400000" flipH="1" flipV="1">
            <a:off x="8561955" y="1588393"/>
            <a:ext cx="360560" cy="8193"/>
          </a:xfrm>
          <a:prstGeom prst="line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Straight Connector 28"/>
          <p:cNvCxnSpPr/>
          <p:nvPr/>
        </p:nvCxnSpPr>
        <p:spPr>
          <a:xfrm rot="5400000" flipH="1" flipV="1">
            <a:off x="1856352" y="1588394"/>
            <a:ext cx="360560" cy="8193"/>
          </a:xfrm>
          <a:prstGeom prst="line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28"/>
          <p:cNvCxnSpPr/>
          <p:nvPr/>
        </p:nvCxnSpPr>
        <p:spPr>
          <a:xfrm rot="5400000" flipH="1" flipV="1">
            <a:off x="10283663" y="1555443"/>
            <a:ext cx="360560" cy="8193"/>
          </a:xfrm>
          <a:prstGeom prst="line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Straight Connector 28"/>
          <p:cNvCxnSpPr/>
          <p:nvPr/>
        </p:nvCxnSpPr>
        <p:spPr>
          <a:xfrm rot="5400000" flipH="1" flipV="1">
            <a:off x="6996765" y="1571917"/>
            <a:ext cx="360560" cy="8193"/>
          </a:xfrm>
          <a:prstGeom prst="line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Rectangle 86"/>
          <p:cNvSpPr/>
          <p:nvPr/>
        </p:nvSpPr>
        <p:spPr>
          <a:xfrm>
            <a:off x="1840241" y="3927201"/>
            <a:ext cx="1371600" cy="274320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 smtClean="0"/>
              <a:t>model.fbx</a:t>
            </a:r>
            <a:endParaRPr lang="en-US" sz="1100" dirty="0"/>
          </a:p>
        </p:txBody>
      </p:sp>
      <p:sp>
        <p:nvSpPr>
          <p:cNvPr id="91" name="Rectangle 90"/>
          <p:cNvSpPr/>
          <p:nvPr/>
        </p:nvSpPr>
        <p:spPr>
          <a:xfrm>
            <a:off x="3506756" y="3927201"/>
            <a:ext cx="1371600" cy="274320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 smtClean="0"/>
              <a:t>model.fbx</a:t>
            </a:r>
            <a:endParaRPr lang="en-US" sz="1100" dirty="0"/>
          </a:p>
        </p:txBody>
      </p:sp>
      <p:sp>
        <p:nvSpPr>
          <p:cNvPr id="92" name="Rectangle 91"/>
          <p:cNvSpPr/>
          <p:nvPr/>
        </p:nvSpPr>
        <p:spPr>
          <a:xfrm>
            <a:off x="5173271" y="3927201"/>
            <a:ext cx="1371600" cy="274320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 smtClean="0"/>
              <a:t>model.fbx</a:t>
            </a:r>
            <a:endParaRPr lang="en-US" sz="1100" dirty="0"/>
          </a:p>
        </p:txBody>
      </p:sp>
      <p:sp>
        <p:nvSpPr>
          <p:cNvPr id="93" name="Rectangle 92"/>
          <p:cNvSpPr/>
          <p:nvPr/>
        </p:nvSpPr>
        <p:spPr>
          <a:xfrm>
            <a:off x="6839786" y="3927201"/>
            <a:ext cx="1371600" cy="274320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 smtClean="0"/>
              <a:t>model.fbx</a:t>
            </a:r>
            <a:endParaRPr lang="en-US" sz="1100" dirty="0"/>
          </a:p>
        </p:txBody>
      </p:sp>
      <p:sp>
        <p:nvSpPr>
          <p:cNvPr id="94" name="Rectangle 93"/>
          <p:cNvSpPr/>
          <p:nvPr/>
        </p:nvSpPr>
        <p:spPr>
          <a:xfrm>
            <a:off x="8506301" y="3927201"/>
            <a:ext cx="1371600" cy="274320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 smtClean="0"/>
              <a:t>model.fbx</a:t>
            </a:r>
            <a:endParaRPr lang="en-US" sz="1100" dirty="0"/>
          </a:p>
        </p:txBody>
      </p:sp>
      <p:sp>
        <p:nvSpPr>
          <p:cNvPr id="95" name="Rectangle 94"/>
          <p:cNvSpPr/>
          <p:nvPr/>
        </p:nvSpPr>
        <p:spPr>
          <a:xfrm>
            <a:off x="10172814" y="3927201"/>
            <a:ext cx="1371600" cy="274320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 smtClean="0"/>
              <a:t>model.fbx</a:t>
            </a:r>
            <a:endParaRPr lang="en-US" sz="1100" dirty="0"/>
          </a:p>
        </p:txBody>
      </p:sp>
      <p:sp>
        <p:nvSpPr>
          <p:cNvPr id="96" name="Rectangle 95"/>
          <p:cNvSpPr/>
          <p:nvPr/>
        </p:nvSpPr>
        <p:spPr>
          <a:xfrm>
            <a:off x="1860835" y="4449617"/>
            <a:ext cx="9680376" cy="27432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 smtClean="0"/>
              <a:t>model.blend</a:t>
            </a:r>
            <a:endParaRPr lang="en-US" sz="1100" dirty="0"/>
          </a:p>
        </p:txBody>
      </p:sp>
      <p:grpSp>
        <p:nvGrpSpPr>
          <p:cNvPr id="77" name="Groupe 76"/>
          <p:cNvGrpSpPr/>
          <p:nvPr/>
        </p:nvGrpSpPr>
        <p:grpSpPr>
          <a:xfrm>
            <a:off x="2887362" y="1392196"/>
            <a:ext cx="8287272" cy="2506704"/>
            <a:chOff x="2887362" y="1392196"/>
            <a:chExt cx="8287272" cy="3661718"/>
          </a:xfrm>
        </p:grpSpPr>
        <p:cxnSp>
          <p:nvCxnSpPr>
            <p:cNvPr id="97" name="Straight Connector 29"/>
            <p:cNvCxnSpPr/>
            <p:nvPr/>
          </p:nvCxnSpPr>
          <p:spPr>
            <a:xfrm rot="16200000" flipV="1">
              <a:off x="2607278" y="3208637"/>
              <a:ext cx="3641123" cy="8242"/>
            </a:xfrm>
            <a:prstGeom prst="line">
              <a:avLst/>
            </a:prstGeom>
            <a:ln w="57150">
              <a:headEnd type="triangle" w="med" len="med"/>
              <a:tailEnd type="none" w="med" len="med"/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100" name="Straight Connector 29"/>
            <p:cNvCxnSpPr/>
            <p:nvPr/>
          </p:nvCxnSpPr>
          <p:spPr>
            <a:xfrm rot="16200000" flipV="1">
              <a:off x="1070921" y="3212756"/>
              <a:ext cx="3641123" cy="8242"/>
            </a:xfrm>
            <a:prstGeom prst="line">
              <a:avLst/>
            </a:prstGeom>
            <a:ln w="57150">
              <a:headEnd type="triangle" w="med" len="med"/>
              <a:tailEnd type="none" w="med" len="med"/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101" name="Straight Connector 29"/>
            <p:cNvCxnSpPr/>
            <p:nvPr/>
          </p:nvCxnSpPr>
          <p:spPr>
            <a:xfrm rot="16200000" flipV="1">
              <a:off x="4366056" y="3229232"/>
              <a:ext cx="3641123" cy="8242"/>
            </a:xfrm>
            <a:prstGeom prst="line">
              <a:avLst/>
            </a:prstGeom>
            <a:ln w="57150">
              <a:headEnd type="triangle" w="med" len="med"/>
              <a:tailEnd type="none" w="med" len="med"/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102" name="Straight Connector 29"/>
            <p:cNvCxnSpPr/>
            <p:nvPr/>
          </p:nvCxnSpPr>
          <p:spPr>
            <a:xfrm rot="16200000" flipV="1">
              <a:off x="6021862" y="3220994"/>
              <a:ext cx="3641123" cy="8242"/>
            </a:xfrm>
            <a:prstGeom prst="line">
              <a:avLst/>
            </a:prstGeom>
            <a:ln w="57150">
              <a:headEnd type="triangle" w="med" len="med"/>
              <a:tailEnd type="none" w="med" len="med"/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103" name="Straight Connector 29"/>
            <p:cNvCxnSpPr/>
            <p:nvPr/>
          </p:nvCxnSpPr>
          <p:spPr>
            <a:xfrm rot="16200000" flipV="1">
              <a:off x="7710620" y="3212757"/>
              <a:ext cx="3641123" cy="8242"/>
            </a:xfrm>
            <a:prstGeom prst="line">
              <a:avLst/>
            </a:prstGeom>
            <a:ln w="57150">
              <a:headEnd type="triangle" w="med" len="med"/>
              <a:tailEnd type="none" w="med" len="med"/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104" name="Straight Connector 29"/>
            <p:cNvCxnSpPr/>
            <p:nvPr/>
          </p:nvCxnSpPr>
          <p:spPr>
            <a:xfrm rot="16200000" flipV="1">
              <a:off x="9349951" y="3220995"/>
              <a:ext cx="3641123" cy="8242"/>
            </a:xfrm>
            <a:prstGeom prst="line">
              <a:avLst/>
            </a:prstGeom>
            <a:ln w="57150">
              <a:headEnd type="triangle" w="med" len="med"/>
              <a:tailEnd type="none" w="med" len="med"/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</p:grpSp>
      <p:sp>
        <p:nvSpPr>
          <p:cNvPr id="48" name="Rectangle 47"/>
          <p:cNvSpPr/>
          <p:nvPr/>
        </p:nvSpPr>
        <p:spPr>
          <a:xfrm>
            <a:off x="3415942" y="5356962"/>
            <a:ext cx="1371600" cy="58663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r"/>
            <a:r>
              <a:rPr lang="en-US" sz="1400" b="1" dirty="0" smtClean="0"/>
              <a:t>Unity 6</a:t>
            </a:r>
            <a:endParaRPr lang="en-US" sz="1400" b="1" dirty="0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488552" y="5430620"/>
            <a:ext cx="401327" cy="4545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47" name="Rectangle 46"/>
          <p:cNvSpPr/>
          <p:nvPr/>
        </p:nvSpPr>
        <p:spPr>
          <a:xfrm>
            <a:off x="1764257" y="5356962"/>
            <a:ext cx="1371600" cy="586637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400" b="1" dirty="0" smtClean="0"/>
              <a:t>Unreal 5</a:t>
            </a:r>
            <a:endParaRPr lang="en-US" sz="1400" b="1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863382" y="5433223"/>
            <a:ext cx="455518" cy="42537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49" name="Rectangle 48"/>
          <p:cNvSpPr/>
          <p:nvPr/>
        </p:nvSpPr>
        <p:spPr>
          <a:xfrm>
            <a:off x="5117055" y="5356962"/>
            <a:ext cx="1371600" cy="586637"/>
          </a:xfrm>
          <a:prstGeom prst="rect">
            <a:avLst/>
          </a:prstGeom>
          <a:solidFill>
            <a:srgbClr val="4094C8"/>
          </a:solidFill>
          <a:ln>
            <a:noFill/>
          </a:ln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400" dirty="0" smtClean="0"/>
              <a:t>Godot 4</a:t>
            </a:r>
            <a:endParaRPr lang="en-US" sz="1400" dirty="0"/>
          </a:p>
        </p:txBody>
      </p:sp>
      <p:sp>
        <p:nvSpPr>
          <p:cNvPr id="17" name="Rectangle 16"/>
          <p:cNvSpPr/>
          <p:nvPr/>
        </p:nvSpPr>
        <p:spPr>
          <a:xfrm>
            <a:off x="8491132" y="2961100"/>
            <a:ext cx="1371600" cy="54864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r"/>
            <a:r>
              <a:rPr lang="en-US" sz="1400" dirty="0" smtClean="0"/>
              <a:t>raylib.dll </a:t>
            </a:r>
            <a:endParaRPr lang="en-US" sz="1400" dirty="0"/>
          </a:p>
        </p:txBody>
      </p:sp>
      <p:sp>
        <p:nvSpPr>
          <p:cNvPr id="50" name="Rectangle 49"/>
          <p:cNvSpPr/>
          <p:nvPr/>
        </p:nvSpPr>
        <p:spPr>
          <a:xfrm>
            <a:off x="6801691" y="5356962"/>
            <a:ext cx="1371600" cy="586637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400" dirty="0" smtClean="0"/>
              <a:t>Defold</a:t>
            </a:r>
            <a:endParaRPr lang="en-US" sz="1400" dirty="0"/>
          </a:p>
        </p:txBody>
      </p:sp>
      <p:sp>
        <p:nvSpPr>
          <p:cNvPr id="51" name="Rectangle 50"/>
          <p:cNvSpPr/>
          <p:nvPr/>
        </p:nvSpPr>
        <p:spPr>
          <a:xfrm>
            <a:off x="10160412" y="2965216"/>
            <a:ext cx="1371600" cy="54864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400" dirty="0" smtClean="0"/>
              <a:t>forge.dll</a:t>
            </a:r>
            <a:endParaRPr lang="en-US" sz="1400" dirty="0"/>
          </a:p>
        </p:txBody>
      </p:sp>
      <p:pic>
        <p:nvPicPr>
          <p:cNvPr id="1029" name="Picture 5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5196617" y="5395509"/>
            <a:ext cx="470329" cy="48427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1030" name="Picture 6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6857828" y="5420477"/>
            <a:ext cx="530825" cy="46920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1032" name="Picture 8"/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8583569" y="3031049"/>
            <a:ext cx="395707" cy="40412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1033" name="Picture 9"/>
          <p:cNvPicPr>
            <a:picLocks noChangeAspect="1" noChangeArrowheads="1"/>
          </p:cNvPicPr>
          <p:nvPr/>
        </p:nvPicPr>
        <p:blipFill>
          <a:blip r:embed="rId7" cstate="print"/>
          <a:srcRect/>
          <a:stretch>
            <a:fillRect/>
          </a:stretch>
        </p:blipFill>
        <p:spPr bwMode="auto">
          <a:xfrm>
            <a:off x="10240534" y="3047139"/>
            <a:ext cx="476893" cy="40427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  <p:extLst>
      <p:ext uri="{BB962C8B-B14F-4D97-AF65-F5344CB8AC3E}">
        <p14:creationId xmlns:p14="http://schemas.microsoft.com/office/powerpoint/2010/main" val="52162097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364</TotalTime>
  <Words>86</Words>
  <Application>Microsoft Office PowerPoint</Application>
  <PresentationFormat>Widescreen</PresentationFormat>
  <Paragraphs>52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Arial</vt:lpstr>
      <vt:lpstr>Calibri</vt:lpstr>
      <vt:lpstr>Calibri Light</vt:lpstr>
      <vt:lpstr>Office Theme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damien</dc:creator>
  <cp:lastModifiedBy>damien</cp:lastModifiedBy>
  <cp:revision>125</cp:revision>
  <dcterms:created xsi:type="dcterms:W3CDTF">2024-02-15T14:03:04Z</dcterms:created>
  <dcterms:modified xsi:type="dcterms:W3CDTF">2026-07-02T16:13:32Z</dcterms:modified>
</cp:coreProperties>
</file>