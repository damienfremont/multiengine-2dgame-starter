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  <p:sldId id="257" r:id="rId3"/>
    <p:sldId id="256" r:id="rId4"/>
    <p:sldId id="258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778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2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5F1C38-0D4C-4C07-A02F-B94D3E502D93}" type="datetimeFigureOut">
              <a:rPr lang="en-US" smtClean="0"/>
              <a:t>7/4/2026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8E85B-41D9-4614-95C2-1C8BF246F9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87340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5F1C38-0D4C-4C07-A02F-B94D3E502D93}" type="datetimeFigureOut">
              <a:rPr lang="en-US" smtClean="0"/>
              <a:t>7/4/2026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8E85B-41D9-4614-95C2-1C8BF246F9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62695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5F1C38-0D4C-4C07-A02F-B94D3E502D93}" type="datetimeFigureOut">
              <a:rPr lang="en-US" smtClean="0"/>
              <a:t>7/4/2026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8E85B-41D9-4614-95C2-1C8BF246F9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63886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5F1C38-0D4C-4C07-A02F-B94D3E502D93}" type="datetimeFigureOut">
              <a:rPr lang="en-US" smtClean="0"/>
              <a:t>7/4/2026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8E85B-41D9-4614-95C2-1C8BF246F9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72673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5F1C38-0D4C-4C07-A02F-B94D3E502D93}" type="datetimeFigureOut">
              <a:rPr lang="en-US" smtClean="0"/>
              <a:t>7/4/2026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8E85B-41D9-4614-95C2-1C8BF246F9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03388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5F1C38-0D4C-4C07-A02F-B94D3E502D93}" type="datetimeFigureOut">
              <a:rPr lang="en-US" smtClean="0"/>
              <a:t>7/4/2026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8E85B-41D9-4614-95C2-1C8BF246F9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81206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5F1C38-0D4C-4C07-A02F-B94D3E502D93}" type="datetimeFigureOut">
              <a:rPr lang="en-US" smtClean="0"/>
              <a:t>7/4/2026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8E85B-41D9-4614-95C2-1C8BF246F9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4547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5F1C38-0D4C-4C07-A02F-B94D3E502D93}" type="datetimeFigureOut">
              <a:rPr lang="en-US" smtClean="0"/>
              <a:t>7/4/2026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8E85B-41D9-4614-95C2-1C8BF246F9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61394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5F1C38-0D4C-4C07-A02F-B94D3E502D93}" type="datetimeFigureOut">
              <a:rPr lang="en-US" smtClean="0"/>
              <a:t>7/4/2026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8E85B-41D9-4614-95C2-1C8BF246F9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84898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5F1C38-0D4C-4C07-A02F-B94D3E502D93}" type="datetimeFigureOut">
              <a:rPr lang="en-US" smtClean="0"/>
              <a:t>7/4/2026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8E85B-41D9-4614-95C2-1C8BF246F9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40050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5F1C38-0D4C-4C07-A02F-B94D3E502D93}" type="datetimeFigureOut">
              <a:rPr lang="en-US" smtClean="0"/>
              <a:t>7/4/2026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8E85B-41D9-4614-95C2-1C8BF246F9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16813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5F1C38-0D4C-4C07-A02F-B94D3E502D93}" type="datetimeFigureOut">
              <a:rPr lang="en-US" smtClean="0"/>
              <a:t>7/4/2026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58E85B-41D9-4614-95C2-1C8BF246F9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86728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91768" y="2424768"/>
            <a:ext cx="2008464" cy="200846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5372443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943" y="0"/>
            <a:ext cx="12196944" cy="6858000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/>
          <p:cNvSpPr/>
          <p:nvPr/>
        </p:nvSpPr>
        <p:spPr>
          <a:xfrm rot="18320845">
            <a:off x="3790950" y="3962399"/>
            <a:ext cx="609600" cy="923925"/>
          </a:xfrm>
          <a:prstGeom prst="roundRect">
            <a:avLst/>
          </a:prstGeom>
          <a:ln w="76200">
            <a:solidFill>
              <a:schemeClr val="bg1"/>
            </a:solidFill>
          </a:ln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/>
          </a:p>
        </p:txBody>
      </p:sp>
      <p:sp>
        <p:nvSpPr>
          <p:cNvPr id="8" name="Rounded Rectangle 7"/>
          <p:cNvSpPr/>
          <p:nvPr/>
        </p:nvSpPr>
        <p:spPr>
          <a:xfrm rot="19303929">
            <a:off x="8238497" y="1591229"/>
            <a:ext cx="665623" cy="913291"/>
          </a:xfrm>
          <a:prstGeom prst="roundRect">
            <a:avLst/>
          </a:prstGeom>
          <a:ln w="76200">
            <a:solidFill>
              <a:schemeClr val="bg1"/>
            </a:solidFill>
          </a:ln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/>
          </a:p>
        </p:txBody>
      </p:sp>
      <p:sp>
        <p:nvSpPr>
          <p:cNvPr id="9" name="Rounded Rectangle 8"/>
          <p:cNvSpPr/>
          <p:nvPr/>
        </p:nvSpPr>
        <p:spPr>
          <a:xfrm rot="19303929">
            <a:off x="5346739" y="-629487"/>
            <a:ext cx="1060372" cy="1916200"/>
          </a:xfrm>
          <a:prstGeom prst="roundRect">
            <a:avLst/>
          </a:prstGeom>
          <a:ln w="76200">
            <a:solidFill>
              <a:schemeClr val="bg1"/>
            </a:solidFill>
          </a:ln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/>
          </a:p>
        </p:txBody>
      </p:sp>
      <p:sp>
        <p:nvSpPr>
          <p:cNvPr id="12" name="Rounded Rectangle 11"/>
          <p:cNvSpPr/>
          <p:nvPr/>
        </p:nvSpPr>
        <p:spPr>
          <a:xfrm rot="665372">
            <a:off x="6131613" y="4788911"/>
            <a:ext cx="547452" cy="760396"/>
          </a:xfrm>
          <a:prstGeom prst="roundRect">
            <a:avLst/>
          </a:prstGeom>
          <a:solidFill>
            <a:schemeClr val="bg1"/>
          </a:solidFill>
          <a:ln w="63500" cmpd="dbl">
            <a:solidFill>
              <a:schemeClr val="tx1"/>
            </a:solidFill>
          </a:ln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 dirty="0" smtClean="0">
                <a:solidFill>
                  <a:schemeClr val="tx1"/>
                </a:solidFill>
              </a:rPr>
              <a:t>1890</a:t>
            </a:r>
            <a:endParaRPr lang="en-US" sz="1000" b="1" dirty="0">
              <a:solidFill>
                <a:schemeClr val="tx1"/>
              </a:solidFill>
            </a:endParaRPr>
          </a:p>
        </p:txBody>
      </p:sp>
      <p:sp>
        <p:nvSpPr>
          <p:cNvPr id="13" name="Rounded Rectangle 12"/>
          <p:cNvSpPr/>
          <p:nvPr/>
        </p:nvSpPr>
        <p:spPr>
          <a:xfrm rot="6007808">
            <a:off x="1902224" y="-270909"/>
            <a:ext cx="1247742" cy="2147888"/>
          </a:xfrm>
          <a:prstGeom prst="roundRect">
            <a:avLst/>
          </a:prstGeom>
          <a:solidFill>
            <a:schemeClr val="bg1"/>
          </a:solidFill>
          <a:ln w="63500" cmpd="dbl">
            <a:solidFill>
              <a:schemeClr val="tx1"/>
            </a:solidFill>
          </a:ln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 smtClean="0">
                <a:solidFill>
                  <a:schemeClr val="tx1"/>
                </a:solidFill>
              </a:rPr>
              <a:t>1890</a:t>
            </a:r>
            <a:endParaRPr lang="en-US" sz="2800" b="1" dirty="0">
              <a:solidFill>
                <a:schemeClr val="tx1"/>
              </a:solidFill>
            </a:endParaRPr>
          </a:p>
        </p:txBody>
      </p:sp>
      <p:sp>
        <p:nvSpPr>
          <p:cNvPr id="14" name="Rounded Rectangle 13"/>
          <p:cNvSpPr/>
          <p:nvPr/>
        </p:nvSpPr>
        <p:spPr>
          <a:xfrm rot="2205588">
            <a:off x="24298" y="1569016"/>
            <a:ext cx="1247742" cy="2147888"/>
          </a:xfrm>
          <a:prstGeom prst="roundRect">
            <a:avLst/>
          </a:prstGeom>
          <a:solidFill>
            <a:schemeClr val="bg1"/>
          </a:solidFill>
          <a:ln w="63500" cmpd="dbl">
            <a:solidFill>
              <a:schemeClr val="tx1"/>
            </a:solidFill>
          </a:ln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 smtClean="0">
                <a:solidFill>
                  <a:schemeClr val="tx1"/>
                </a:solidFill>
              </a:rPr>
              <a:t>1890</a:t>
            </a:r>
            <a:endParaRPr lang="en-US" sz="3200" b="1" dirty="0">
              <a:solidFill>
                <a:schemeClr val="tx1"/>
              </a:solidFill>
            </a:endParaRPr>
          </a:p>
        </p:txBody>
      </p:sp>
      <p:sp>
        <p:nvSpPr>
          <p:cNvPr id="15" name="Rounded Rectangle 14"/>
          <p:cNvSpPr/>
          <p:nvPr/>
        </p:nvSpPr>
        <p:spPr>
          <a:xfrm rot="3182093">
            <a:off x="-623872" y="-898493"/>
            <a:ext cx="1247742" cy="2147888"/>
          </a:xfrm>
          <a:prstGeom prst="roundRect">
            <a:avLst/>
          </a:prstGeom>
          <a:solidFill>
            <a:schemeClr val="bg1"/>
          </a:solidFill>
          <a:ln w="63500" cmpd="dbl">
            <a:solidFill>
              <a:schemeClr val="tx1"/>
            </a:solidFill>
          </a:ln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 smtClean="0">
                <a:solidFill>
                  <a:schemeClr val="tx1"/>
                </a:solidFill>
              </a:rPr>
              <a:t>1890</a:t>
            </a:r>
            <a:endParaRPr lang="en-US" sz="3200" b="1" dirty="0">
              <a:solidFill>
                <a:schemeClr val="tx1"/>
              </a:solidFill>
            </a:endParaRPr>
          </a:p>
        </p:txBody>
      </p:sp>
      <p:sp>
        <p:nvSpPr>
          <p:cNvPr id="16" name="Rounded Rectangle 15"/>
          <p:cNvSpPr/>
          <p:nvPr/>
        </p:nvSpPr>
        <p:spPr>
          <a:xfrm rot="2363680">
            <a:off x="-1073785" y="429099"/>
            <a:ext cx="1247742" cy="2147888"/>
          </a:xfrm>
          <a:prstGeom prst="roundRect">
            <a:avLst/>
          </a:prstGeom>
          <a:solidFill>
            <a:schemeClr val="bg1"/>
          </a:solidFill>
          <a:ln w="63500" cmpd="dbl">
            <a:solidFill>
              <a:schemeClr val="tx1"/>
            </a:solidFill>
          </a:ln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 smtClean="0">
                <a:solidFill>
                  <a:schemeClr val="tx1"/>
                </a:solidFill>
              </a:rPr>
              <a:t>1890</a:t>
            </a:r>
            <a:endParaRPr lang="en-US" sz="1400" b="1" dirty="0">
              <a:solidFill>
                <a:schemeClr val="tx1"/>
              </a:solidFill>
            </a:endParaRPr>
          </a:p>
        </p:txBody>
      </p:sp>
      <p:sp>
        <p:nvSpPr>
          <p:cNvPr id="17" name="Rounded Rectangle 16"/>
          <p:cNvSpPr/>
          <p:nvPr/>
        </p:nvSpPr>
        <p:spPr>
          <a:xfrm rot="494453">
            <a:off x="-628815" y="3554751"/>
            <a:ext cx="1247742" cy="2147888"/>
          </a:xfrm>
          <a:prstGeom prst="roundRect">
            <a:avLst/>
          </a:prstGeom>
          <a:solidFill>
            <a:schemeClr val="bg1"/>
          </a:solidFill>
          <a:ln w="63500" cmpd="dbl">
            <a:solidFill>
              <a:schemeClr val="tx1"/>
            </a:solidFill>
          </a:ln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b="1" dirty="0" smtClean="0">
                <a:solidFill>
                  <a:schemeClr val="tx1"/>
                </a:solidFill>
              </a:rPr>
              <a:t>1890</a:t>
            </a:r>
            <a:endParaRPr lang="en-US" sz="3600" b="1" dirty="0">
              <a:solidFill>
                <a:schemeClr val="tx1"/>
              </a:solidFill>
            </a:endParaRPr>
          </a:p>
        </p:txBody>
      </p:sp>
      <p:sp>
        <p:nvSpPr>
          <p:cNvPr id="18" name="Rounded Rectangle 17"/>
          <p:cNvSpPr/>
          <p:nvPr/>
        </p:nvSpPr>
        <p:spPr>
          <a:xfrm rot="1148455">
            <a:off x="3312997" y="6555645"/>
            <a:ext cx="1247742" cy="2147888"/>
          </a:xfrm>
          <a:prstGeom prst="roundRect">
            <a:avLst/>
          </a:prstGeom>
          <a:solidFill>
            <a:schemeClr val="bg1"/>
          </a:solidFill>
          <a:ln w="63500" cmpd="dbl">
            <a:solidFill>
              <a:schemeClr val="tx1"/>
            </a:solidFill>
          </a:ln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 smtClean="0">
                <a:solidFill>
                  <a:schemeClr val="tx1"/>
                </a:solidFill>
              </a:rPr>
              <a:t>1890</a:t>
            </a:r>
            <a:endParaRPr lang="en-US" sz="1400" b="1" dirty="0">
              <a:solidFill>
                <a:schemeClr val="tx1"/>
              </a:solidFill>
            </a:endParaRPr>
          </a:p>
        </p:txBody>
      </p:sp>
      <p:sp>
        <p:nvSpPr>
          <p:cNvPr id="19" name="Rounded Rectangle 18"/>
          <p:cNvSpPr/>
          <p:nvPr/>
        </p:nvSpPr>
        <p:spPr>
          <a:xfrm rot="15119770">
            <a:off x="7397412" y="4166731"/>
            <a:ext cx="609600" cy="923925"/>
          </a:xfrm>
          <a:prstGeom prst="roundRect">
            <a:avLst/>
          </a:prstGeom>
          <a:ln w="76200">
            <a:solidFill>
              <a:schemeClr val="bg1"/>
            </a:solidFill>
          </a:ln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/>
          </a:p>
        </p:txBody>
      </p:sp>
      <p:sp>
        <p:nvSpPr>
          <p:cNvPr id="20" name="Rounded Rectangle 19"/>
          <p:cNvSpPr/>
          <p:nvPr/>
        </p:nvSpPr>
        <p:spPr>
          <a:xfrm rot="2871266">
            <a:off x="10807457" y="2121582"/>
            <a:ext cx="740307" cy="1811961"/>
          </a:xfrm>
          <a:prstGeom prst="roundRect">
            <a:avLst/>
          </a:prstGeom>
          <a:ln w="76200">
            <a:solidFill>
              <a:schemeClr val="bg1"/>
            </a:solidFill>
          </a:ln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/>
          </a:p>
        </p:txBody>
      </p:sp>
      <p:sp>
        <p:nvSpPr>
          <p:cNvPr id="7" name="Rounded Rectangle 6"/>
          <p:cNvSpPr/>
          <p:nvPr/>
        </p:nvSpPr>
        <p:spPr>
          <a:xfrm rot="543874">
            <a:off x="9526828" y="1862343"/>
            <a:ext cx="1165538" cy="1540429"/>
          </a:xfrm>
          <a:prstGeom prst="roundRect">
            <a:avLst/>
          </a:prstGeom>
          <a:ln w="76200">
            <a:solidFill>
              <a:schemeClr val="bg1"/>
            </a:solidFill>
          </a:ln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/>
          </a:p>
        </p:txBody>
      </p:sp>
      <p:sp>
        <p:nvSpPr>
          <p:cNvPr id="21" name="Rounded Rectangle 20"/>
          <p:cNvSpPr/>
          <p:nvPr/>
        </p:nvSpPr>
        <p:spPr>
          <a:xfrm rot="3351003">
            <a:off x="11708129" y="2914383"/>
            <a:ext cx="547452" cy="2469303"/>
          </a:xfrm>
          <a:prstGeom prst="roundRect">
            <a:avLst/>
          </a:prstGeom>
          <a:solidFill>
            <a:schemeClr val="bg1"/>
          </a:solidFill>
          <a:ln w="63500" cmpd="dbl">
            <a:solidFill>
              <a:schemeClr val="tx1"/>
            </a:solidFill>
          </a:ln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b="1" dirty="0" smtClean="0">
                <a:solidFill>
                  <a:schemeClr val="tx1"/>
                </a:solidFill>
              </a:rPr>
              <a:t>1890</a:t>
            </a:r>
            <a:endParaRPr lang="en-US" sz="800" b="1" dirty="0">
              <a:solidFill>
                <a:schemeClr val="tx1"/>
              </a:solidFill>
            </a:endParaRPr>
          </a:p>
        </p:txBody>
      </p:sp>
      <p:sp>
        <p:nvSpPr>
          <p:cNvPr id="22" name="Rounded Rectangle 21"/>
          <p:cNvSpPr/>
          <p:nvPr/>
        </p:nvSpPr>
        <p:spPr>
          <a:xfrm rot="494453">
            <a:off x="11472073" y="-261275"/>
            <a:ext cx="1488452" cy="2391820"/>
          </a:xfrm>
          <a:prstGeom prst="roundRect">
            <a:avLst/>
          </a:prstGeom>
          <a:solidFill>
            <a:schemeClr val="bg1"/>
          </a:solidFill>
          <a:ln w="63500" cmpd="dbl">
            <a:solidFill>
              <a:schemeClr val="tx1"/>
            </a:solidFill>
          </a:ln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b="1" dirty="0" smtClean="0">
                <a:solidFill>
                  <a:schemeClr val="tx1"/>
                </a:solidFill>
              </a:rPr>
              <a:t>1890</a:t>
            </a:r>
            <a:endParaRPr lang="en-US" sz="3600" b="1" dirty="0">
              <a:solidFill>
                <a:schemeClr val="tx1"/>
              </a:solidFill>
            </a:endParaRPr>
          </a:p>
        </p:txBody>
      </p:sp>
      <p:sp>
        <p:nvSpPr>
          <p:cNvPr id="10" name="Rounded Rectangle 9"/>
          <p:cNvSpPr/>
          <p:nvPr/>
        </p:nvSpPr>
        <p:spPr>
          <a:xfrm rot="19659812">
            <a:off x="5269718" y="3557970"/>
            <a:ext cx="431281" cy="604768"/>
          </a:xfrm>
          <a:prstGeom prst="roundRect">
            <a:avLst/>
          </a:prstGeom>
          <a:solidFill>
            <a:schemeClr val="bg1"/>
          </a:solidFill>
          <a:ln w="63500" cmpd="dbl">
            <a:solidFill>
              <a:schemeClr val="tx1"/>
            </a:solidFill>
          </a:ln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b="1" dirty="0" smtClean="0">
                <a:solidFill>
                  <a:schemeClr val="tx1"/>
                </a:solidFill>
              </a:rPr>
              <a:t>1890</a:t>
            </a:r>
            <a:endParaRPr lang="en-US" sz="800" b="1" dirty="0">
              <a:solidFill>
                <a:schemeClr val="tx1"/>
              </a:solidFill>
            </a:endParaRPr>
          </a:p>
        </p:txBody>
      </p:sp>
      <p:sp>
        <p:nvSpPr>
          <p:cNvPr id="11" name="Rounded Rectangle 10"/>
          <p:cNvSpPr/>
          <p:nvPr/>
        </p:nvSpPr>
        <p:spPr>
          <a:xfrm rot="21051551">
            <a:off x="5616950" y="4207693"/>
            <a:ext cx="431281" cy="604768"/>
          </a:xfrm>
          <a:prstGeom prst="roundRect">
            <a:avLst/>
          </a:prstGeom>
          <a:solidFill>
            <a:schemeClr val="bg1"/>
          </a:solidFill>
          <a:ln w="63500" cmpd="dbl">
            <a:solidFill>
              <a:schemeClr val="tx1"/>
            </a:solidFill>
          </a:ln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b="1" dirty="0" smtClean="0">
                <a:solidFill>
                  <a:schemeClr val="tx1"/>
                </a:solidFill>
              </a:rPr>
              <a:t>1890</a:t>
            </a:r>
            <a:endParaRPr lang="en-US" sz="800" b="1" dirty="0">
              <a:solidFill>
                <a:schemeClr val="tx1"/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 rot="5400000">
            <a:off x="4562475" y="2327341"/>
            <a:ext cx="609600" cy="923925"/>
          </a:xfrm>
          <a:prstGeom prst="roundRect">
            <a:avLst/>
          </a:prstGeom>
          <a:solidFill>
            <a:schemeClr val="bg1"/>
          </a:solidFill>
          <a:ln w="63500" cmpd="dbl">
            <a:solidFill>
              <a:schemeClr val="tx1"/>
            </a:solidFill>
          </a:ln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 smtClean="0">
                <a:solidFill>
                  <a:schemeClr val="tx1"/>
                </a:solidFill>
              </a:rPr>
              <a:t>1890</a:t>
            </a:r>
            <a:endParaRPr lang="en-US" sz="1400" b="1" dirty="0">
              <a:solidFill>
                <a:schemeClr val="tx1"/>
              </a:solidFill>
            </a:endParaRPr>
          </a:p>
        </p:txBody>
      </p:sp>
      <p:sp>
        <p:nvSpPr>
          <p:cNvPr id="32" name="Oval 31"/>
          <p:cNvSpPr/>
          <p:nvPr/>
        </p:nvSpPr>
        <p:spPr>
          <a:xfrm>
            <a:off x="1790699" y="88900"/>
            <a:ext cx="8585386" cy="6769100"/>
          </a:xfrm>
          <a:prstGeom prst="ellipse">
            <a:avLst/>
          </a:prstGeom>
          <a:solidFill>
            <a:schemeClr val="accent4">
              <a:alpha val="2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/>
          <p:cNvSpPr/>
          <p:nvPr/>
        </p:nvSpPr>
        <p:spPr>
          <a:xfrm>
            <a:off x="3399381" y="1145035"/>
            <a:ext cx="5157181" cy="4609152"/>
          </a:xfrm>
          <a:prstGeom prst="ellipse">
            <a:avLst/>
          </a:prstGeom>
          <a:solidFill>
            <a:schemeClr val="accent4">
              <a:alpha val="2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/>
          <p:cNvSpPr/>
          <p:nvPr/>
        </p:nvSpPr>
        <p:spPr>
          <a:xfrm>
            <a:off x="4792120" y="2224871"/>
            <a:ext cx="2554726" cy="2518489"/>
          </a:xfrm>
          <a:prstGeom prst="ellipse">
            <a:avLst/>
          </a:prstGeom>
          <a:solidFill>
            <a:schemeClr val="accent4">
              <a:alpha val="2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/>
          <p:cNvSpPr/>
          <p:nvPr/>
        </p:nvSpPr>
        <p:spPr>
          <a:xfrm>
            <a:off x="5368259" y="2739936"/>
            <a:ext cx="1371600" cy="1371600"/>
          </a:xfrm>
          <a:prstGeom prst="ellipse">
            <a:avLst/>
          </a:prstGeom>
          <a:solidFill>
            <a:schemeClr val="accent4">
              <a:alpha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/>
          <p:cNvSpPr/>
          <p:nvPr/>
        </p:nvSpPr>
        <p:spPr>
          <a:xfrm>
            <a:off x="-1233236" y="-968817"/>
            <a:ext cx="14796835" cy="8995217"/>
          </a:xfrm>
          <a:prstGeom prst="ellipse">
            <a:avLst/>
          </a:prstGeom>
          <a:solidFill>
            <a:schemeClr val="accent4">
              <a:alpha val="1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74949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</p:spPr>
      </p:pic>
      <p:sp>
        <p:nvSpPr>
          <p:cNvPr id="12" name="Rectangle 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ounded Rectangle 7"/>
          <p:cNvSpPr/>
          <p:nvPr/>
        </p:nvSpPr>
        <p:spPr>
          <a:xfrm>
            <a:off x="3070372" y="5226341"/>
            <a:ext cx="6023294" cy="1191237"/>
          </a:xfrm>
          <a:prstGeom prst="round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b="1" dirty="0" smtClean="0"/>
              <a:t>PLAY</a:t>
            </a:r>
            <a:endParaRPr lang="en-US" sz="4400" b="1" dirty="0"/>
          </a:p>
        </p:txBody>
      </p:sp>
      <p:sp>
        <p:nvSpPr>
          <p:cNvPr id="5" name="Rounded Rectangle 4"/>
          <p:cNvSpPr/>
          <p:nvPr/>
        </p:nvSpPr>
        <p:spPr>
          <a:xfrm>
            <a:off x="3229761" y="5360565"/>
            <a:ext cx="2030136" cy="880844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b="1" dirty="0" smtClean="0"/>
              <a:t>PLAY</a:t>
            </a:r>
            <a:endParaRPr lang="en-US" sz="4400" b="1" dirty="0"/>
          </a:p>
        </p:txBody>
      </p:sp>
      <p:sp>
        <p:nvSpPr>
          <p:cNvPr id="6" name="Rounded Rectangle 5"/>
          <p:cNvSpPr/>
          <p:nvPr/>
        </p:nvSpPr>
        <p:spPr>
          <a:xfrm>
            <a:off x="5361963" y="5469622"/>
            <a:ext cx="1458287" cy="729841"/>
          </a:xfrm>
          <a:prstGeom prst="round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 smtClean="0"/>
              <a:t>OPTIONS</a:t>
            </a:r>
            <a:endParaRPr lang="en-US" sz="2400" b="1" dirty="0"/>
          </a:p>
        </p:txBody>
      </p:sp>
      <p:sp>
        <p:nvSpPr>
          <p:cNvPr id="7" name="Rounded Rectangle 6"/>
          <p:cNvSpPr/>
          <p:nvPr/>
        </p:nvSpPr>
        <p:spPr>
          <a:xfrm>
            <a:off x="6939094" y="5469622"/>
            <a:ext cx="2020348" cy="729842"/>
          </a:xfrm>
          <a:prstGeom prst="round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 smtClean="0"/>
              <a:t>COLLECTION</a:t>
            </a:r>
            <a:endParaRPr lang="en-US" sz="2400" b="1" dirty="0"/>
          </a:p>
        </p:txBody>
      </p:sp>
      <p:sp>
        <p:nvSpPr>
          <p:cNvPr id="9" name="Rectangle 8"/>
          <p:cNvSpPr/>
          <p:nvPr/>
        </p:nvSpPr>
        <p:spPr>
          <a:xfrm>
            <a:off x="4596677" y="1356649"/>
            <a:ext cx="2970685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sz="5400" b="1" cap="none" spc="0" dirty="0" smtClean="0">
                <a:ln/>
                <a:solidFill>
                  <a:schemeClr val="accent4"/>
                </a:solidFill>
                <a:effectLst/>
              </a:rPr>
              <a:t>MUZEUM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12855" y="1818314"/>
            <a:ext cx="7356501" cy="1862048"/>
          </a:xfrm>
          <a:prstGeom prst="rect">
            <a:avLst/>
          </a:prstGeom>
        </p:spPr>
        <p:txBody>
          <a:bodyPr wrap="none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sz="11500" b="1" dirty="0" smtClean="0">
                <a:ln/>
                <a:solidFill>
                  <a:schemeClr val="accent4"/>
                </a:solidFill>
              </a:rPr>
              <a:t>CARDS LINE</a:t>
            </a:r>
            <a:endParaRPr lang="en-US" sz="11500" b="1" dirty="0">
              <a:ln/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330664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Picture 3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862" y="-3056"/>
            <a:ext cx="10159642" cy="6861056"/>
          </a:xfrm>
          <a:prstGeom prst="rect">
            <a:avLst/>
          </a:prstGeom>
        </p:spPr>
      </p:pic>
      <p:sp>
        <p:nvSpPr>
          <p:cNvPr id="39" name="Rectangle 3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/>
          <p:cNvSpPr/>
          <p:nvPr/>
        </p:nvSpPr>
        <p:spPr>
          <a:xfrm>
            <a:off x="11115413" y="180094"/>
            <a:ext cx="838896" cy="729841"/>
          </a:xfrm>
          <a:prstGeom prst="round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 smtClean="0"/>
              <a:t>X</a:t>
            </a:r>
            <a:endParaRPr lang="en-US" sz="2400" b="1" dirty="0"/>
          </a:p>
        </p:txBody>
      </p:sp>
      <p:sp>
        <p:nvSpPr>
          <p:cNvPr id="7" name="Rectangle 6"/>
          <p:cNvSpPr/>
          <p:nvPr/>
        </p:nvSpPr>
        <p:spPr>
          <a:xfrm>
            <a:off x="3970198" y="83350"/>
            <a:ext cx="4013919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sz="5400" b="1" cap="none" spc="0" dirty="0" smtClean="0">
                <a:ln/>
                <a:solidFill>
                  <a:schemeClr val="accent4"/>
                </a:solidFill>
                <a:effectLst/>
              </a:rPr>
              <a:t>SELECT LEVEL</a:t>
            </a:r>
            <a:endParaRPr lang="en-US" sz="5400" b="1" cap="none" spc="0" dirty="0" smtClean="0">
              <a:ln/>
              <a:solidFill>
                <a:schemeClr val="accent4"/>
              </a:solidFill>
              <a:effectLst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1157681" y="3181274"/>
            <a:ext cx="619830" cy="1201858"/>
          </a:xfrm>
          <a:prstGeom prst="round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 smtClean="0"/>
              <a:t>&lt;&lt;</a:t>
            </a:r>
            <a:endParaRPr lang="en-US" sz="2400" b="1" dirty="0"/>
          </a:p>
        </p:txBody>
      </p:sp>
      <p:sp>
        <p:nvSpPr>
          <p:cNvPr id="9" name="Rounded Rectangle 8"/>
          <p:cNvSpPr/>
          <p:nvPr/>
        </p:nvSpPr>
        <p:spPr>
          <a:xfrm>
            <a:off x="10200959" y="3181274"/>
            <a:ext cx="688992" cy="1213094"/>
          </a:xfrm>
          <a:prstGeom prst="round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 smtClean="0"/>
              <a:t>&gt;&gt;</a:t>
            </a:r>
            <a:endParaRPr lang="en-US" sz="2400" b="1" dirty="0"/>
          </a:p>
        </p:txBody>
      </p:sp>
      <p:grpSp>
        <p:nvGrpSpPr>
          <p:cNvPr id="38" name="Group 37"/>
          <p:cNvGrpSpPr/>
          <p:nvPr/>
        </p:nvGrpSpPr>
        <p:grpSpPr>
          <a:xfrm>
            <a:off x="2138184" y="1067757"/>
            <a:ext cx="7702102" cy="5072983"/>
            <a:chOff x="2889645" y="1483831"/>
            <a:chExt cx="6286068" cy="4514297"/>
          </a:xfrm>
        </p:grpSpPr>
        <p:sp>
          <p:nvSpPr>
            <p:cNvPr id="10" name="Rounded Rectangle 9"/>
            <p:cNvSpPr/>
            <p:nvPr/>
          </p:nvSpPr>
          <p:spPr>
            <a:xfrm>
              <a:off x="2889645" y="1820303"/>
              <a:ext cx="1035017" cy="1089495"/>
            </a:xfrm>
            <a:prstGeom prst="roundRect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b="1" dirty="0" smtClean="0"/>
                <a:t>1</a:t>
              </a:r>
              <a:endParaRPr lang="en-US" sz="2400" b="1" dirty="0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2889645" y="3354589"/>
              <a:ext cx="1035017" cy="1089495"/>
            </a:xfrm>
            <a:prstGeom prst="roundRect">
              <a:avLst/>
            </a:prstGeom>
          </p:spPr>
          <p:style>
            <a:lnRef idx="0">
              <a:schemeClr val="accent5"/>
            </a:lnRef>
            <a:fillRef idx="3">
              <a:schemeClr val="accent5"/>
            </a:fillRef>
            <a:effectRef idx="3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b="1" dirty="0"/>
                <a:t>?</a:t>
              </a:r>
              <a:endParaRPr lang="en-US" sz="2400" b="1" dirty="0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4219024" y="1823798"/>
              <a:ext cx="1035017" cy="1089495"/>
            </a:xfrm>
            <a:prstGeom prst="roundRect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b="1" dirty="0" smtClean="0"/>
                <a:t>2</a:t>
              </a:r>
              <a:endParaRPr lang="en-US" sz="2400" b="1" dirty="0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4219024" y="3344590"/>
              <a:ext cx="1035017" cy="1089495"/>
            </a:xfrm>
            <a:prstGeom prst="roundRect">
              <a:avLst/>
            </a:prstGeom>
          </p:spPr>
          <p:style>
            <a:lnRef idx="0">
              <a:schemeClr val="accent5"/>
            </a:lnRef>
            <a:fillRef idx="3">
              <a:schemeClr val="accent5"/>
            </a:fillRef>
            <a:effectRef idx="3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b="1" dirty="0"/>
                <a:t>?</a:t>
              </a:r>
              <a:endParaRPr lang="en-US" sz="2400" b="1" dirty="0"/>
            </a:p>
          </p:txBody>
        </p:sp>
        <p:sp>
          <p:nvSpPr>
            <p:cNvPr id="15" name="5-Point Star 14"/>
            <p:cNvSpPr/>
            <p:nvPr/>
          </p:nvSpPr>
          <p:spPr>
            <a:xfrm>
              <a:off x="3245728" y="1492798"/>
              <a:ext cx="329180" cy="314853"/>
            </a:xfrm>
            <a:prstGeom prst="star5">
              <a:avLst/>
            </a:prstGeom>
          </p:spPr>
          <p:style>
            <a:lnRef idx="1">
              <a:schemeClr val="accent4"/>
            </a:lnRef>
            <a:fillRef idx="3">
              <a:schemeClr val="accent4"/>
            </a:fillRef>
            <a:effectRef idx="2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5-Point Star 15"/>
            <p:cNvSpPr/>
            <p:nvPr/>
          </p:nvSpPr>
          <p:spPr>
            <a:xfrm>
              <a:off x="3527431" y="1595250"/>
              <a:ext cx="207003" cy="217899"/>
            </a:xfrm>
            <a:prstGeom prst="star5">
              <a:avLst/>
            </a:prstGeom>
          </p:spPr>
          <p:style>
            <a:lnRef idx="1">
              <a:schemeClr val="accent4"/>
            </a:lnRef>
            <a:fillRef idx="3">
              <a:schemeClr val="accent4"/>
            </a:fillRef>
            <a:effectRef idx="2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5-Point Star 16"/>
            <p:cNvSpPr/>
            <p:nvPr/>
          </p:nvSpPr>
          <p:spPr>
            <a:xfrm>
              <a:off x="3072026" y="1588252"/>
              <a:ext cx="207003" cy="217899"/>
            </a:xfrm>
            <a:prstGeom prst="star5">
              <a:avLst/>
            </a:prstGeom>
          </p:spPr>
          <p:style>
            <a:lnRef idx="1">
              <a:schemeClr val="accent4"/>
            </a:lnRef>
            <a:fillRef idx="3">
              <a:schemeClr val="accent4"/>
            </a:fillRef>
            <a:effectRef idx="2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2889645" y="4888876"/>
              <a:ext cx="1035017" cy="1089495"/>
            </a:xfrm>
            <a:prstGeom prst="roundRect">
              <a:avLst/>
            </a:prstGeom>
          </p:spPr>
          <p:style>
            <a:lnRef idx="0">
              <a:schemeClr val="accent5"/>
            </a:lnRef>
            <a:fillRef idx="3">
              <a:schemeClr val="accent5"/>
            </a:fillRef>
            <a:effectRef idx="3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b="1" dirty="0"/>
                <a:t>?</a:t>
              </a:r>
              <a:endParaRPr lang="en-US" sz="2400" b="1" dirty="0"/>
            </a:p>
          </p:txBody>
        </p:sp>
        <p:sp>
          <p:nvSpPr>
            <p:cNvPr id="22" name="5-Point Star 21"/>
            <p:cNvSpPr/>
            <p:nvPr/>
          </p:nvSpPr>
          <p:spPr>
            <a:xfrm>
              <a:off x="4546621" y="1483831"/>
              <a:ext cx="329180" cy="314853"/>
            </a:xfrm>
            <a:prstGeom prst="star5">
              <a:avLst/>
            </a:prstGeom>
          </p:spPr>
          <p:style>
            <a:lnRef idx="1">
              <a:schemeClr val="accent4"/>
            </a:lnRef>
            <a:fillRef idx="3">
              <a:schemeClr val="accent4"/>
            </a:fillRef>
            <a:effectRef idx="2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5-Point Star 23"/>
            <p:cNvSpPr/>
            <p:nvPr/>
          </p:nvSpPr>
          <p:spPr>
            <a:xfrm>
              <a:off x="4372919" y="1579283"/>
              <a:ext cx="207003" cy="217899"/>
            </a:xfrm>
            <a:prstGeom prst="star5">
              <a:avLst/>
            </a:prstGeom>
          </p:spPr>
          <p:style>
            <a:lnRef idx="1">
              <a:schemeClr val="accent4"/>
            </a:lnRef>
            <a:fillRef idx="3">
              <a:schemeClr val="accent4"/>
            </a:fillRef>
            <a:effectRef idx="2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5548404" y="1820303"/>
              <a:ext cx="1035017" cy="1089495"/>
            </a:xfrm>
            <a:prstGeom prst="roundRect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b="1" dirty="0" smtClean="0"/>
                <a:t>3</a:t>
              </a:r>
              <a:endParaRPr lang="en-US" sz="2400" b="1" dirty="0"/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6844550" y="1820303"/>
              <a:ext cx="1035017" cy="1089495"/>
            </a:xfrm>
            <a:prstGeom prst="roundRect">
              <a:avLst/>
            </a:prstGeom>
          </p:spPr>
          <p:style>
            <a:lnRef idx="0">
              <a:schemeClr val="accent5"/>
            </a:lnRef>
            <a:fillRef idx="3">
              <a:schemeClr val="accent5"/>
            </a:fillRef>
            <a:effectRef idx="3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b="1" dirty="0" smtClean="0"/>
                <a:t>?</a:t>
              </a:r>
              <a:endParaRPr lang="en-US" sz="2400" b="1" dirty="0"/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8140696" y="1808802"/>
              <a:ext cx="1035017" cy="1089495"/>
            </a:xfrm>
            <a:prstGeom prst="roundRect">
              <a:avLst/>
            </a:prstGeom>
          </p:spPr>
          <p:style>
            <a:lnRef idx="0">
              <a:schemeClr val="accent5"/>
            </a:lnRef>
            <a:fillRef idx="3">
              <a:schemeClr val="accent5"/>
            </a:fillRef>
            <a:effectRef idx="3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b="1" dirty="0"/>
                <a:t>?</a:t>
              </a:r>
              <a:endParaRPr lang="en-US" sz="2400" b="1" dirty="0"/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5548404" y="3357842"/>
              <a:ext cx="1035017" cy="1089495"/>
            </a:xfrm>
            <a:prstGeom prst="roundRect">
              <a:avLst/>
            </a:prstGeom>
          </p:spPr>
          <p:style>
            <a:lnRef idx="0">
              <a:schemeClr val="accent5"/>
            </a:lnRef>
            <a:fillRef idx="3">
              <a:schemeClr val="accent5"/>
            </a:fillRef>
            <a:effectRef idx="3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b="1" dirty="0"/>
                <a:t>?</a:t>
              </a:r>
              <a:endParaRPr lang="en-US" sz="2400" b="1" dirty="0"/>
            </a:p>
          </p:txBody>
        </p:sp>
        <p:sp>
          <p:nvSpPr>
            <p:cNvPr id="29" name="Rounded Rectangle 28"/>
            <p:cNvSpPr/>
            <p:nvPr/>
          </p:nvSpPr>
          <p:spPr>
            <a:xfrm>
              <a:off x="6844550" y="3357842"/>
              <a:ext cx="1035017" cy="1089495"/>
            </a:xfrm>
            <a:prstGeom prst="roundRect">
              <a:avLst/>
            </a:prstGeom>
          </p:spPr>
          <p:style>
            <a:lnRef idx="0">
              <a:schemeClr val="accent5"/>
            </a:lnRef>
            <a:fillRef idx="3">
              <a:schemeClr val="accent5"/>
            </a:fillRef>
            <a:effectRef idx="3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b="1" dirty="0"/>
                <a:t>?</a:t>
              </a:r>
              <a:endParaRPr lang="en-US" sz="2400" b="1" dirty="0"/>
            </a:p>
          </p:txBody>
        </p:sp>
        <p:sp>
          <p:nvSpPr>
            <p:cNvPr id="30" name="Rounded Rectangle 29"/>
            <p:cNvSpPr/>
            <p:nvPr/>
          </p:nvSpPr>
          <p:spPr>
            <a:xfrm>
              <a:off x="8140696" y="3346341"/>
              <a:ext cx="1035017" cy="1089495"/>
            </a:xfrm>
            <a:prstGeom prst="roundRect">
              <a:avLst/>
            </a:prstGeom>
          </p:spPr>
          <p:style>
            <a:lnRef idx="0">
              <a:schemeClr val="accent5"/>
            </a:lnRef>
            <a:fillRef idx="3">
              <a:schemeClr val="accent5"/>
            </a:fillRef>
            <a:effectRef idx="3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b="1" dirty="0"/>
                <a:t>?</a:t>
              </a:r>
              <a:endParaRPr lang="en-US" sz="2400" b="1" dirty="0"/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4219024" y="4895381"/>
              <a:ext cx="1035017" cy="1089495"/>
            </a:xfrm>
            <a:prstGeom prst="roundRect">
              <a:avLst/>
            </a:prstGeom>
          </p:spPr>
          <p:style>
            <a:lnRef idx="0">
              <a:schemeClr val="accent5"/>
            </a:lnRef>
            <a:fillRef idx="3">
              <a:schemeClr val="accent5"/>
            </a:fillRef>
            <a:effectRef idx="3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b="1" dirty="0"/>
                <a:t>?</a:t>
              </a:r>
              <a:endParaRPr lang="en-US" sz="2400" b="1" dirty="0"/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5548404" y="4908633"/>
              <a:ext cx="1035017" cy="1089495"/>
            </a:xfrm>
            <a:prstGeom prst="roundRect">
              <a:avLst/>
            </a:prstGeom>
          </p:spPr>
          <p:style>
            <a:lnRef idx="0">
              <a:schemeClr val="accent5"/>
            </a:lnRef>
            <a:fillRef idx="3">
              <a:schemeClr val="accent5"/>
            </a:fillRef>
            <a:effectRef idx="3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b="1" dirty="0"/>
                <a:t>?</a:t>
              </a:r>
              <a:endParaRPr lang="en-US" sz="2400" b="1" dirty="0"/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6844550" y="4908633"/>
              <a:ext cx="1035017" cy="1089495"/>
            </a:xfrm>
            <a:prstGeom prst="roundRect">
              <a:avLst/>
            </a:prstGeom>
          </p:spPr>
          <p:style>
            <a:lnRef idx="0">
              <a:schemeClr val="accent5"/>
            </a:lnRef>
            <a:fillRef idx="3">
              <a:schemeClr val="accent5"/>
            </a:fillRef>
            <a:effectRef idx="3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b="1" dirty="0"/>
                <a:t>?</a:t>
              </a:r>
              <a:endParaRPr lang="en-US" sz="2400" b="1" dirty="0"/>
            </a:p>
          </p:txBody>
        </p:sp>
        <p:sp>
          <p:nvSpPr>
            <p:cNvPr id="34" name="Rounded Rectangle 33"/>
            <p:cNvSpPr/>
            <p:nvPr/>
          </p:nvSpPr>
          <p:spPr>
            <a:xfrm>
              <a:off x="8140696" y="4897132"/>
              <a:ext cx="1035017" cy="1089495"/>
            </a:xfrm>
            <a:prstGeom prst="roundRect">
              <a:avLst/>
            </a:prstGeom>
          </p:spPr>
          <p:style>
            <a:lnRef idx="0">
              <a:schemeClr val="accent5"/>
            </a:lnRef>
            <a:fillRef idx="3">
              <a:schemeClr val="accent5"/>
            </a:fillRef>
            <a:effectRef idx="3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b="1" dirty="0"/>
                <a:t>?</a:t>
              </a:r>
              <a:endParaRPr lang="en-US" sz="2400" b="1" dirty="0"/>
            </a:p>
          </p:txBody>
        </p:sp>
        <p:sp>
          <p:nvSpPr>
            <p:cNvPr id="18" name="5-Point Star 17"/>
            <p:cNvSpPr/>
            <p:nvPr/>
          </p:nvSpPr>
          <p:spPr>
            <a:xfrm>
              <a:off x="5877810" y="1523339"/>
              <a:ext cx="329180" cy="314853"/>
            </a:xfrm>
            <a:prstGeom prst="star5">
              <a:avLst/>
            </a:prstGeom>
          </p:spPr>
          <p:style>
            <a:lnRef idx="1">
              <a:schemeClr val="accent4"/>
            </a:lnRef>
            <a:fillRef idx="3">
              <a:schemeClr val="accent4"/>
            </a:fillRef>
            <a:effectRef idx="2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9397059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</TotalTime>
  <Words>39</Words>
  <Application>Microsoft Office PowerPoint</Application>
  <PresentationFormat>Widescreen</PresentationFormat>
  <Paragraphs>37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>ReviOS 11 24.12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damien</dc:creator>
  <cp:lastModifiedBy>damien</cp:lastModifiedBy>
  <cp:revision>13</cp:revision>
  <dcterms:created xsi:type="dcterms:W3CDTF">2026-07-03T22:26:02Z</dcterms:created>
  <dcterms:modified xsi:type="dcterms:W3CDTF">2026-07-03T23:16:27Z</dcterms:modified>
</cp:coreProperties>
</file>