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6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778" autoAdjust="0"/>
    <p:restoredTop sz="94660"/>
  </p:normalViewPr>
  <p:slideViewPr>
    <p:cSldViewPr snapToGrid="0">
      <p:cViewPr>
        <p:scale>
          <a:sx n="75" d="100"/>
          <a:sy n="75" d="100"/>
        </p:scale>
        <p:origin x="1188" y="8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5F1C38-0D4C-4C07-A02F-B94D3E502D93}" type="datetimeFigureOut">
              <a:rPr lang="en-US" smtClean="0"/>
              <a:t>7/4/2026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58E85B-41D9-4614-95C2-1C8BF246F9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87340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5F1C38-0D4C-4C07-A02F-B94D3E502D93}" type="datetimeFigureOut">
              <a:rPr lang="en-US" smtClean="0"/>
              <a:t>7/4/2026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58E85B-41D9-4614-95C2-1C8BF246F9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62695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5F1C38-0D4C-4C07-A02F-B94D3E502D93}" type="datetimeFigureOut">
              <a:rPr lang="en-US" smtClean="0"/>
              <a:t>7/4/2026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58E85B-41D9-4614-95C2-1C8BF246F9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638866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5F1C38-0D4C-4C07-A02F-B94D3E502D93}" type="datetimeFigureOut">
              <a:rPr lang="en-US" smtClean="0"/>
              <a:t>7/4/2026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58E85B-41D9-4614-95C2-1C8BF246F9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72673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5F1C38-0D4C-4C07-A02F-B94D3E502D93}" type="datetimeFigureOut">
              <a:rPr lang="en-US" smtClean="0"/>
              <a:t>7/4/2026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58E85B-41D9-4614-95C2-1C8BF246F9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03388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5F1C38-0D4C-4C07-A02F-B94D3E502D93}" type="datetimeFigureOut">
              <a:rPr lang="en-US" smtClean="0"/>
              <a:t>7/4/2026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58E85B-41D9-4614-95C2-1C8BF246F9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81206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5F1C38-0D4C-4C07-A02F-B94D3E502D93}" type="datetimeFigureOut">
              <a:rPr lang="en-US" smtClean="0"/>
              <a:t>7/4/2026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58E85B-41D9-4614-95C2-1C8BF246F9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4547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5F1C38-0D4C-4C07-A02F-B94D3E502D93}" type="datetimeFigureOut">
              <a:rPr lang="en-US" smtClean="0"/>
              <a:t>7/4/2026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58E85B-41D9-4614-95C2-1C8BF246F9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61394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5F1C38-0D4C-4C07-A02F-B94D3E502D93}" type="datetimeFigureOut">
              <a:rPr lang="en-US" smtClean="0"/>
              <a:t>7/4/2026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58E85B-41D9-4614-95C2-1C8BF246F9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84898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5F1C38-0D4C-4C07-A02F-B94D3E502D93}" type="datetimeFigureOut">
              <a:rPr lang="en-US" smtClean="0"/>
              <a:t>7/4/2026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58E85B-41D9-4614-95C2-1C8BF246F9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40050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5F1C38-0D4C-4C07-A02F-B94D3E502D93}" type="datetimeFigureOut">
              <a:rPr lang="en-US" smtClean="0"/>
              <a:t>7/4/2026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58E85B-41D9-4614-95C2-1C8BF246F9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16813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E5F1C38-0D4C-4C07-A02F-B94D3E502D93}" type="datetimeFigureOut">
              <a:rPr lang="en-US" smtClean="0"/>
              <a:t>7/4/2026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858E85B-41D9-4614-95C2-1C8BF246F9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86728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4943" y="0"/>
            <a:ext cx="12196944" cy="6858000"/>
          </a:xfrm>
          <a:prstGeom prst="rect">
            <a:avLst/>
          </a:prstGeom>
        </p:spPr>
      </p:pic>
      <p:sp>
        <p:nvSpPr>
          <p:cNvPr id="23" name="Rectangle 2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ounded Rectangle 4"/>
          <p:cNvSpPr/>
          <p:nvPr/>
        </p:nvSpPr>
        <p:spPr>
          <a:xfrm rot="18320845">
            <a:off x="3790950" y="3962399"/>
            <a:ext cx="609600" cy="923925"/>
          </a:xfrm>
          <a:prstGeom prst="roundRect">
            <a:avLst/>
          </a:prstGeom>
          <a:ln w="76200">
            <a:solidFill>
              <a:schemeClr val="bg1"/>
            </a:solidFill>
          </a:ln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dirty="0"/>
          </a:p>
        </p:txBody>
      </p:sp>
      <p:sp>
        <p:nvSpPr>
          <p:cNvPr id="8" name="Rounded Rectangle 7"/>
          <p:cNvSpPr/>
          <p:nvPr/>
        </p:nvSpPr>
        <p:spPr>
          <a:xfrm rot="19303929">
            <a:off x="8238497" y="1591229"/>
            <a:ext cx="665623" cy="913291"/>
          </a:xfrm>
          <a:prstGeom prst="roundRect">
            <a:avLst/>
          </a:prstGeom>
          <a:ln w="76200">
            <a:solidFill>
              <a:schemeClr val="bg1"/>
            </a:solidFill>
          </a:ln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dirty="0"/>
          </a:p>
        </p:txBody>
      </p:sp>
      <p:sp>
        <p:nvSpPr>
          <p:cNvPr id="9" name="Rounded Rectangle 8"/>
          <p:cNvSpPr/>
          <p:nvPr/>
        </p:nvSpPr>
        <p:spPr>
          <a:xfrm rot="19303929">
            <a:off x="5346739" y="-629487"/>
            <a:ext cx="1060372" cy="1916200"/>
          </a:xfrm>
          <a:prstGeom prst="roundRect">
            <a:avLst/>
          </a:prstGeom>
          <a:ln w="76200">
            <a:solidFill>
              <a:schemeClr val="bg1"/>
            </a:solidFill>
          </a:ln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dirty="0"/>
          </a:p>
        </p:txBody>
      </p:sp>
      <p:sp>
        <p:nvSpPr>
          <p:cNvPr id="12" name="Rounded Rectangle 11"/>
          <p:cNvSpPr/>
          <p:nvPr/>
        </p:nvSpPr>
        <p:spPr>
          <a:xfrm rot="665372">
            <a:off x="6131613" y="4788911"/>
            <a:ext cx="547452" cy="760396"/>
          </a:xfrm>
          <a:prstGeom prst="roundRect">
            <a:avLst/>
          </a:prstGeom>
          <a:solidFill>
            <a:schemeClr val="bg1"/>
          </a:solidFill>
          <a:ln w="63500" cmpd="dbl">
            <a:solidFill>
              <a:schemeClr val="tx1"/>
            </a:solidFill>
          </a:ln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b="1" dirty="0" smtClean="0">
                <a:solidFill>
                  <a:schemeClr val="tx1"/>
                </a:solidFill>
              </a:rPr>
              <a:t>1890</a:t>
            </a:r>
            <a:endParaRPr lang="en-US" sz="1000" b="1" dirty="0">
              <a:solidFill>
                <a:schemeClr val="tx1"/>
              </a:solidFill>
            </a:endParaRPr>
          </a:p>
        </p:txBody>
      </p:sp>
      <p:sp>
        <p:nvSpPr>
          <p:cNvPr id="13" name="Rounded Rectangle 12"/>
          <p:cNvSpPr/>
          <p:nvPr/>
        </p:nvSpPr>
        <p:spPr>
          <a:xfrm rot="6007808">
            <a:off x="1902224" y="-270909"/>
            <a:ext cx="1247742" cy="2147888"/>
          </a:xfrm>
          <a:prstGeom prst="roundRect">
            <a:avLst/>
          </a:prstGeom>
          <a:solidFill>
            <a:schemeClr val="bg1"/>
          </a:solidFill>
          <a:ln w="63500" cmpd="dbl">
            <a:solidFill>
              <a:schemeClr val="tx1"/>
            </a:solidFill>
          </a:ln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 smtClean="0">
                <a:solidFill>
                  <a:schemeClr val="tx1"/>
                </a:solidFill>
              </a:rPr>
              <a:t>1890</a:t>
            </a:r>
            <a:endParaRPr lang="en-US" sz="2800" b="1" dirty="0">
              <a:solidFill>
                <a:schemeClr val="tx1"/>
              </a:solidFill>
            </a:endParaRPr>
          </a:p>
        </p:txBody>
      </p:sp>
      <p:sp>
        <p:nvSpPr>
          <p:cNvPr id="14" name="Rounded Rectangle 13"/>
          <p:cNvSpPr/>
          <p:nvPr/>
        </p:nvSpPr>
        <p:spPr>
          <a:xfrm rot="2205588">
            <a:off x="24298" y="1569016"/>
            <a:ext cx="1247742" cy="2147888"/>
          </a:xfrm>
          <a:prstGeom prst="roundRect">
            <a:avLst/>
          </a:prstGeom>
          <a:solidFill>
            <a:schemeClr val="bg1"/>
          </a:solidFill>
          <a:ln w="63500" cmpd="dbl">
            <a:solidFill>
              <a:schemeClr val="tx1"/>
            </a:solidFill>
          </a:ln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 smtClean="0">
                <a:solidFill>
                  <a:schemeClr val="tx1"/>
                </a:solidFill>
              </a:rPr>
              <a:t>1890</a:t>
            </a:r>
            <a:endParaRPr lang="en-US" sz="3200" b="1" dirty="0">
              <a:solidFill>
                <a:schemeClr val="tx1"/>
              </a:solidFill>
            </a:endParaRPr>
          </a:p>
        </p:txBody>
      </p:sp>
      <p:sp>
        <p:nvSpPr>
          <p:cNvPr id="15" name="Rounded Rectangle 14"/>
          <p:cNvSpPr/>
          <p:nvPr/>
        </p:nvSpPr>
        <p:spPr>
          <a:xfrm rot="3182093">
            <a:off x="-623872" y="-898493"/>
            <a:ext cx="1247742" cy="2147888"/>
          </a:xfrm>
          <a:prstGeom prst="roundRect">
            <a:avLst/>
          </a:prstGeom>
          <a:solidFill>
            <a:schemeClr val="bg1"/>
          </a:solidFill>
          <a:ln w="63500" cmpd="dbl">
            <a:solidFill>
              <a:schemeClr val="tx1"/>
            </a:solidFill>
          </a:ln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 smtClean="0">
                <a:solidFill>
                  <a:schemeClr val="tx1"/>
                </a:solidFill>
              </a:rPr>
              <a:t>1890</a:t>
            </a:r>
            <a:endParaRPr lang="en-US" sz="3200" b="1" dirty="0">
              <a:solidFill>
                <a:schemeClr val="tx1"/>
              </a:solidFill>
            </a:endParaRPr>
          </a:p>
        </p:txBody>
      </p:sp>
      <p:sp>
        <p:nvSpPr>
          <p:cNvPr id="16" name="Rounded Rectangle 15"/>
          <p:cNvSpPr/>
          <p:nvPr/>
        </p:nvSpPr>
        <p:spPr>
          <a:xfrm rot="2363680">
            <a:off x="-1073785" y="429099"/>
            <a:ext cx="1247742" cy="2147888"/>
          </a:xfrm>
          <a:prstGeom prst="roundRect">
            <a:avLst/>
          </a:prstGeom>
          <a:solidFill>
            <a:schemeClr val="bg1"/>
          </a:solidFill>
          <a:ln w="63500" cmpd="dbl">
            <a:solidFill>
              <a:schemeClr val="tx1"/>
            </a:solidFill>
          </a:ln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 smtClean="0">
                <a:solidFill>
                  <a:schemeClr val="tx1"/>
                </a:solidFill>
              </a:rPr>
              <a:t>1890</a:t>
            </a:r>
            <a:endParaRPr lang="en-US" sz="1400" b="1" dirty="0">
              <a:solidFill>
                <a:schemeClr val="tx1"/>
              </a:solidFill>
            </a:endParaRPr>
          </a:p>
        </p:txBody>
      </p:sp>
      <p:sp>
        <p:nvSpPr>
          <p:cNvPr id="17" name="Rounded Rectangle 16"/>
          <p:cNvSpPr/>
          <p:nvPr/>
        </p:nvSpPr>
        <p:spPr>
          <a:xfrm rot="494453">
            <a:off x="-628815" y="3554751"/>
            <a:ext cx="1247742" cy="2147888"/>
          </a:xfrm>
          <a:prstGeom prst="roundRect">
            <a:avLst/>
          </a:prstGeom>
          <a:solidFill>
            <a:schemeClr val="bg1"/>
          </a:solidFill>
          <a:ln w="63500" cmpd="dbl">
            <a:solidFill>
              <a:schemeClr val="tx1"/>
            </a:solidFill>
          </a:ln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 dirty="0" smtClean="0">
                <a:solidFill>
                  <a:schemeClr val="tx1"/>
                </a:solidFill>
              </a:rPr>
              <a:t>1890</a:t>
            </a:r>
            <a:endParaRPr lang="en-US" sz="3600" b="1" dirty="0">
              <a:solidFill>
                <a:schemeClr val="tx1"/>
              </a:solidFill>
            </a:endParaRPr>
          </a:p>
        </p:txBody>
      </p:sp>
      <p:sp>
        <p:nvSpPr>
          <p:cNvPr id="18" name="Rounded Rectangle 17"/>
          <p:cNvSpPr/>
          <p:nvPr/>
        </p:nvSpPr>
        <p:spPr>
          <a:xfrm rot="1148455">
            <a:off x="3312997" y="6555645"/>
            <a:ext cx="1247742" cy="2147888"/>
          </a:xfrm>
          <a:prstGeom prst="roundRect">
            <a:avLst/>
          </a:prstGeom>
          <a:solidFill>
            <a:schemeClr val="bg1"/>
          </a:solidFill>
          <a:ln w="63500" cmpd="dbl">
            <a:solidFill>
              <a:schemeClr val="tx1"/>
            </a:solidFill>
          </a:ln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 smtClean="0">
                <a:solidFill>
                  <a:schemeClr val="tx1"/>
                </a:solidFill>
              </a:rPr>
              <a:t>1890</a:t>
            </a:r>
            <a:endParaRPr lang="en-US" sz="1400" b="1" dirty="0">
              <a:solidFill>
                <a:schemeClr val="tx1"/>
              </a:solidFill>
            </a:endParaRPr>
          </a:p>
        </p:txBody>
      </p:sp>
      <p:sp>
        <p:nvSpPr>
          <p:cNvPr id="19" name="Rounded Rectangle 18"/>
          <p:cNvSpPr/>
          <p:nvPr/>
        </p:nvSpPr>
        <p:spPr>
          <a:xfrm rot="15119770">
            <a:off x="7397412" y="4166731"/>
            <a:ext cx="609600" cy="923925"/>
          </a:xfrm>
          <a:prstGeom prst="roundRect">
            <a:avLst/>
          </a:prstGeom>
          <a:ln w="76200">
            <a:solidFill>
              <a:schemeClr val="bg1"/>
            </a:solidFill>
          </a:ln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dirty="0"/>
          </a:p>
        </p:txBody>
      </p:sp>
      <p:sp>
        <p:nvSpPr>
          <p:cNvPr id="20" name="Rounded Rectangle 19"/>
          <p:cNvSpPr/>
          <p:nvPr/>
        </p:nvSpPr>
        <p:spPr>
          <a:xfrm rot="2871266">
            <a:off x="10807457" y="2121582"/>
            <a:ext cx="740307" cy="1811961"/>
          </a:xfrm>
          <a:prstGeom prst="roundRect">
            <a:avLst/>
          </a:prstGeom>
          <a:ln w="76200">
            <a:solidFill>
              <a:schemeClr val="bg1"/>
            </a:solidFill>
          </a:ln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dirty="0"/>
          </a:p>
        </p:txBody>
      </p:sp>
      <p:sp>
        <p:nvSpPr>
          <p:cNvPr id="7" name="Rounded Rectangle 6"/>
          <p:cNvSpPr/>
          <p:nvPr/>
        </p:nvSpPr>
        <p:spPr>
          <a:xfrm rot="543874">
            <a:off x="9526828" y="1862343"/>
            <a:ext cx="1165538" cy="1540429"/>
          </a:xfrm>
          <a:prstGeom prst="roundRect">
            <a:avLst/>
          </a:prstGeom>
          <a:ln w="76200">
            <a:solidFill>
              <a:schemeClr val="bg1"/>
            </a:solidFill>
          </a:ln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dirty="0"/>
          </a:p>
        </p:txBody>
      </p:sp>
      <p:sp>
        <p:nvSpPr>
          <p:cNvPr id="21" name="Rounded Rectangle 20"/>
          <p:cNvSpPr/>
          <p:nvPr/>
        </p:nvSpPr>
        <p:spPr>
          <a:xfrm rot="3351003">
            <a:off x="11708129" y="2914383"/>
            <a:ext cx="547452" cy="2469303"/>
          </a:xfrm>
          <a:prstGeom prst="roundRect">
            <a:avLst/>
          </a:prstGeom>
          <a:solidFill>
            <a:schemeClr val="bg1"/>
          </a:solidFill>
          <a:ln w="63500" cmpd="dbl">
            <a:solidFill>
              <a:schemeClr val="tx1"/>
            </a:solidFill>
          </a:ln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 b="1" dirty="0" smtClean="0">
                <a:solidFill>
                  <a:schemeClr val="tx1"/>
                </a:solidFill>
              </a:rPr>
              <a:t>1890</a:t>
            </a:r>
            <a:endParaRPr lang="en-US" sz="800" b="1" dirty="0">
              <a:solidFill>
                <a:schemeClr val="tx1"/>
              </a:solidFill>
            </a:endParaRPr>
          </a:p>
        </p:txBody>
      </p:sp>
      <p:sp>
        <p:nvSpPr>
          <p:cNvPr id="22" name="Rounded Rectangle 21"/>
          <p:cNvSpPr/>
          <p:nvPr/>
        </p:nvSpPr>
        <p:spPr>
          <a:xfrm rot="494453">
            <a:off x="11472073" y="-261275"/>
            <a:ext cx="1488452" cy="2391820"/>
          </a:xfrm>
          <a:prstGeom prst="roundRect">
            <a:avLst/>
          </a:prstGeom>
          <a:solidFill>
            <a:schemeClr val="bg1"/>
          </a:solidFill>
          <a:ln w="63500" cmpd="dbl">
            <a:solidFill>
              <a:schemeClr val="tx1"/>
            </a:solidFill>
          </a:ln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 dirty="0" smtClean="0">
                <a:solidFill>
                  <a:schemeClr val="tx1"/>
                </a:solidFill>
              </a:rPr>
              <a:t>1890</a:t>
            </a:r>
            <a:endParaRPr lang="en-US" sz="3600" b="1" dirty="0">
              <a:solidFill>
                <a:schemeClr val="tx1"/>
              </a:solidFill>
            </a:endParaRPr>
          </a:p>
        </p:txBody>
      </p:sp>
      <p:sp>
        <p:nvSpPr>
          <p:cNvPr id="10" name="Rounded Rectangle 9"/>
          <p:cNvSpPr/>
          <p:nvPr/>
        </p:nvSpPr>
        <p:spPr>
          <a:xfrm rot="19659812">
            <a:off x="5269718" y="3557970"/>
            <a:ext cx="431281" cy="604768"/>
          </a:xfrm>
          <a:prstGeom prst="roundRect">
            <a:avLst/>
          </a:prstGeom>
          <a:solidFill>
            <a:schemeClr val="bg1"/>
          </a:solidFill>
          <a:ln w="63500" cmpd="dbl">
            <a:solidFill>
              <a:schemeClr val="tx1"/>
            </a:solidFill>
          </a:ln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 b="1" dirty="0" smtClean="0">
                <a:solidFill>
                  <a:schemeClr val="tx1"/>
                </a:solidFill>
              </a:rPr>
              <a:t>1890</a:t>
            </a:r>
            <a:endParaRPr lang="en-US" sz="800" b="1" dirty="0">
              <a:solidFill>
                <a:schemeClr val="tx1"/>
              </a:solidFill>
            </a:endParaRPr>
          </a:p>
        </p:txBody>
      </p:sp>
      <p:sp>
        <p:nvSpPr>
          <p:cNvPr id="11" name="Rounded Rectangle 10"/>
          <p:cNvSpPr/>
          <p:nvPr/>
        </p:nvSpPr>
        <p:spPr>
          <a:xfrm rot="21051551">
            <a:off x="5616950" y="4207693"/>
            <a:ext cx="431281" cy="604768"/>
          </a:xfrm>
          <a:prstGeom prst="roundRect">
            <a:avLst/>
          </a:prstGeom>
          <a:solidFill>
            <a:schemeClr val="bg1"/>
          </a:solidFill>
          <a:ln w="63500" cmpd="dbl">
            <a:solidFill>
              <a:schemeClr val="tx1"/>
            </a:solidFill>
          </a:ln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 b="1" dirty="0" smtClean="0">
                <a:solidFill>
                  <a:schemeClr val="tx1"/>
                </a:solidFill>
              </a:rPr>
              <a:t>1890</a:t>
            </a:r>
            <a:endParaRPr lang="en-US" sz="800" b="1" dirty="0">
              <a:solidFill>
                <a:schemeClr val="tx1"/>
              </a:solidFill>
            </a:endParaRPr>
          </a:p>
        </p:txBody>
      </p:sp>
      <p:sp>
        <p:nvSpPr>
          <p:cNvPr id="6" name="Rounded Rectangle 5"/>
          <p:cNvSpPr/>
          <p:nvPr/>
        </p:nvSpPr>
        <p:spPr>
          <a:xfrm rot="5400000">
            <a:off x="4562475" y="2327341"/>
            <a:ext cx="609600" cy="923925"/>
          </a:xfrm>
          <a:prstGeom prst="roundRect">
            <a:avLst/>
          </a:prstGeom>
          <a:solidFill>
            <a:schemeClr val="bg1"/>
          </a:solidFill>
          <a:ln w="63500" cmpd="dbl">
            <a:solidFill>
              <a:schemeClr val="tx1"/>
            </a:solidFill>
          </a:ln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 smtClean="0">
                <a:solidFill>
                  <a:schemeClr val="tx1"/>
                </a:solidFill>
              </a:rPr>
              <a:t>1890</a:t>
            </a:r>
            <a:endParaRPr lang="en-US" sz="1400" b="1" dirty="0">
              <a:solidFill>
                <a:schemeClr val="tx1"/>
              </a:solidFill>
            </a:endParaRPr>
          </a:p>
        </p:txBody>
      </p:sp>
      <p:sp>
        <p:nvSpPr>
          <p:cNvPr id="32" name="Oval 31"/>
          <p:cNvSpPr/>
          <p:nvPr/>
        </p:nvSpPr>
        <p:spPr>
          <a:xfrm>
            <a:off x="1790699" y="88900"/>
            <a:ext cx="8585386" cy="6769100"/>
          </a:xfrm>
          <a:prstGeom prst="ellipse">
            <a:avLst/>
          </a:prstGeom>
          <a:solidFill>
            <a:schemeClr val="accent4">
              <a:alpha val="25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Oval 29"/>
          <p:cNvSpPr/>
          <p:nvPr/>
        </p:nvSpPr>
        <p:spPr>
          <a:xfrm>
            <a:off x="3399381" y="1145035"/>
            <a:ext cx="5157181" cy="4609152"/>
          </a:xfrm>
          <a:prstGeom prst="ellipse">
            <a:avLst/>
          </a:prstGeom>
          <a:solidFill>
            <a:schemeClr val="accent4">
              <a:alpha val="25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Oval 28"/>
          <p:cNvSpPr/>
          <p:nvPr/>
        </p:nvSpPr>
        <p:spPr>
          <a:xfrm>
            <a:off x="4792120" y="2224871"/>
            <a:ext cx="2554726" cy="2518489"/>
          </a:xfrm>
          <a:prstGeom prst="ellipse">
            <a:avLst/>
          </a:prstGeom>
          <a:solidFill>
            <a:schemeClr val="accent4">
              <a:alpha val="25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Oval 27"/>
          <p:cNvSpPr/>
          <p:nvPr/>
        </p:nvSpPr>
        <p:spPr>
          <a:xfrm>
            <a:off x="5368259" y="2739936"/>
            <a:ext cx="1371600" cy="1371600"/>
          </a:xfrm>
          <a:prstGeom prst="ellipse">
            <a:avLst/>
          </a:prstGeom>
          <a:solidFill>
            <a:schemeClr val="accent4">
              <a:alpha val="6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Oval 32"/>
          <p:cNvSpPr/>
          <p:nvPr/>
        </p:nvSpPr>
        <p:spPr>
          <a:xfrm>
            <a:off x="-1233236" y="-968817"/>
            <a:ext cx="14796835" cy="8995217"/>
          </a:xfrm>
          <a:prstGeom prst="ellipse">
            <a:avLst/>
          </a:prstGeom>
          <a:solidFill>
            <a:schemeClr val="accent4">
              <a:alpha val="1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74949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</p:spPr>
      </p:pic>
      <p:sp>
        <p:nvSpPr>
          <p:cNvPr id="12" name="Rectangle 1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ounded Rectangle 7"/>
          <p:cNvSpPr/>
          <p:nvPr/>
        </p:nvSpPr>
        <p:spPr>
          <a:xfrm>
            <a:off x="3070372" y="5226341"/>
            <a:ext cx="6023294" cy="1191237"/>
          </a:xfrm>
          <a:prstGeom prst="roundRect">
            <a:avLst/>
          </a:prstGeom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b="1" dirty="0" smtClean="0"/>
              <a:t>PLAY</a:t>
            </a:r>
            <a:endParaRPr lang="en-US" sz="4400" b="1" dirty="0"/>
          </a:p>
        </p:txBody>
      </p:sp>
      <p:sp>
        <p:nvSpPr>
          <p:cNvPr id="5" name="Rounded Rectangle 4"/>
          <p:cNvSpPr/>
          <p:nvPr/>
        </p:nvSpPr>
        <p:spPr>
          <a:xfrm>
            <a:off x="3229761" y="5360565"/>
            <a:ext cx="2030136" cy="880844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b="1" dirty="0" smtClean="0"/>
              <a:t>PLAY</a:t>
            </a:r>
            <a:endParaRPr lang="en-US" sz="4400" b="1" dirty="0"/>
          </a:p>
        </p:txBody>
      </p:sp>
      <p:sp>
        <p:nvSpPr>
          <p:cNvPr id="6" name="Rounded Rectangle 5"/>
          <p:cNvSpPr/>
          <p:nvPr/>
        </p:nvSpPr>
        <p:spPr>
          <a:xfrm>
            <a:off x="5361963" y="5469622"/>
            <a:ext cx="1458287" cy="729841"/>
          </a:xfrm>
          <a:prstGeom prst="roundRect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 smtClean="0"/>
              <a:t>OPTIONS</a:t>
            </a:r>
            <a:endParaRPr lang="en-US" sz="2400" b="1" dirty="0"/>
          </a:p>
        </p:txBody>
      </p:sp>
      <p:sp>
        <p:nvSpPr>
          <p:cNvPr id="7" name="Rounded Rectangle 6"/>
          <p:cNvSpPr/>
          <p:nvPr/>
        </p:nvSpPr>
        <p:spPr>
          <a:xfrm>
            <a:off x="6939094" y="5469622"/>
            <a:ext cx="2020348" cy="729842"/>
          </a:xfrm>
          <a:prstGeom prst="roundRect">
            <a:avLst/>
          </a:prstGeom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 smtClean="0"/>
              <a:t>COLLECTION</a:t>
            </a:r>
            <a:endParaRPr lang="en-US" sz="2400" b="1" dirty="0"/>
          </a:p>
        </p:txBody>
      </p:sp>
      <p:sp>
        <p:nvSpPr>
          <p:cNvPr id="9" name="Rectangle 8"/>
          <p:cNvSpPr/>
          <p:nvPr/>
        </p:nvSpPr>
        <p:spPr>
          <a:xfrm>
            <a:off x="4596677" y="1356649"/>
            <a:ext cx="2970685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/>
              <a:lightRig rig="soft" dir="t">
                <a:rot lat="0" lon="0" rev="15600000"/>
              </a:lightRig>
            </a:scene3d>
            <a:sp3d extrusionH="57150" prstMaterial="softEdge">
              <a:bevelT w="25400" h="38100"/>
            </a:sp3d>
          </a:bodyPr>
          <a:lstStyle/>
          <a:p>
            <a:pPr algn="ctr"/>
            <a:r>
              <a:rPr lang="en-US" sz="5400" b="1" cap="none" spc="0" dirty="0" smtClean="0">
                <a:ln/>
                <a:solidFill>
                  <a:schemeClr val="accent4"/>
                </a:solidFill>
                <a:effectLst/>
              </a:rPr>
              <a:t>MUZEUM</a:t>
            </a:r>
          </a:p>
        </p:txBody>
      </p:sp>
      <p:sp>
        <p:nvSpPr>
          <p:cNvPr id="10" name="Rectangle 9"/>
          <p:cNvSpPr/>
          <p:nvPr/>
        </p:nvSpPr>
        <p:spPr>
          <a:xfrm>
            <a:off x="2412855" y="1818314"/>
            <a:ext cx="7356501" cy="1862048"/>
          </a:xfrm>
          <a:prstGeom prst="rect">
            <a:avLst/>
          </a:prstGeom>
        </p:spPr>
        <p:txBody>
          <a:bodyPr wrap="none">
            <a:spAutoFit/>
            <a:scene3d>
              <a:camera prst="orthographicFront"/>
              <a:lightRig rig="soft" dir="t">
                <a:rot lat="0" lon="0" rev="15600000"/>
              </a:lightRig>
            </a:scene3d>
            <a:sp3d extrusionH="57150" prstMaterial="softEdge">
              <a:bevelT w="25400" h="38100"/>
            </a:sp3d>
          </a:bodyPr>
          <a:lstStyle/>
          <a:p>
            <a:pPr algn="ctr"/>
            <a:r>
              <a:rPr lang="en-US" sz="11500" b="1" dirty="0" smtClean="0">
                <a:ln/>
                <a:solidFill>
                  <a:schemeClr val="accent4"/>
                </a:solidFill>
              </a:rPr>
              <a:t>CARDS LINE</a:t>
            </a:r>
            <a:endParaRPr lang="en-US" sz="11500" b="1" dirty="0">
              <a:ln/>
              <a:solidFill>
                <a:schemeClr val="accent4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3306647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</TotalTime>
  <Words>19</Words>
  <Application>Microsoft Office PowerPoint</Application>
  <PresentationFormat>Widescreen</PresentationFormat>
  <Paragraphs>18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Arial</vt:lpstr>
      <vt:lpstr>Calibri</vt:lpstr>
      <vt:lpstr>Calibri Light</vt:lpstr>
      <vt:lpstr>Office Theme</vt:lpstr>
      <vt:lpstr>PowerPoint Presentation</vt:lpstr>
      <vt:lpstr>PowerPoint Presentation</vt:lpstr>
    </vt:vector>
  </TitlesOfParts>
  <Company>ReviOS 11 24.12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damien</dc:creator>
  <cp:lastModifiedBy>damien</cp:lastModifiedBy>
  <cp:revision>4</cp:revision>
  <dcterms:created xsi:type="dcterms:W3CDTF">2026-07-03T22:26:02Z</dcterms:created>
  <dcterms:modified xsi:type="dcterms:W3CDTF">2026-07-03T22:48:35Z</dcterms:modified>
</cp:coreProperties>
</file>